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1" r:id="rId6"/>
    <p:sldId id="272" r:id="rId7"/>
    <p:sldId id="260" r:id="rId8"/>
    <p:sldId id="261" r:id="rId9"/>
    <p:sldId id="262" r:id="rId10"/>
    <p:sldId id="263" r:id="rId11"/>
    <p:sldId id="264" r:id="rId12"/>
    <p:sldId id="265" r:id="rId13"/>
    <p:sldId id="269" r:id="rId14"/>
    <p:sldId id="270" r:id="rId15"/>
  </p:sldIdLst>
  <p:sldSz cx="12192000" cy="6858000"/>
  <p:notesSz cx="6858000" cy="9144000"/>
  <p:embeddedFontLst>
    <p:embeddedFont>
      <p:font typeface="Open Sans" panose="020B0606030504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iwo15ysTBhzSuF3LlpRYD4zoS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8"/>
  </p:normalViewPr>
  <p:slideViewPr>
    <p:cSldViewPr snapToGrid="0">
      <p:cViewPr varScale="1">
        <p:scale>
          <a:sx n="95" d="100"/>
          <a:sy n="95" d="100"/>
        </p:scale>
        <p:origin x="200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3D3A14-F528-45C6-A0AB-CFF0B1FB2A3D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8ED6890-DB81-4DC9-814E-4D5D34EE8015}">
      <dgm:prSet/>
      <dgm:spPr/>
      <dgm:t>
        <a:bodyPr/>
        <a:lstStyle/>
        <a:p>
          <a:r>
            <a:rPr lang="en-GB" b="0" i="0"/>
            <a:t>Motivation</a:t>
          </a:r>
          <a:endParaRPr lang="en-US"/>
        </a:p>
      </dgm:t>
    </dgm:pt>
    <dgm:pt modelId="{CE6FFDC1-AA83-4FC0-A8D7-5C93410ED809}" type="parTrans" cxnId="{1835E79A-1B53-4C0D-8042-7A3022E2F136}">
      <dgm:prSet/>
      <dgm:spPr/>
      <dgm:t>
        <a:bodyPr/>
        <a:lstStyle/>
        <a:p>
          <a:endParaRPr lang="en-US"/>
        </a:p>
      </dgm:t>
    </dgm:pt>
    <dgm:pt modelId="{097CD36C-BF6D-4FA0-A7B7-E2763F0E0001}" type="sibTrans" cxnId="{1835E79A-1B53-4C0D-8042-7A3022E2F136}">
      <dgm:prSet/>
      <dgm:spPr/>
      <dgm:t>
        <a:bodyPr/>
        <a:lstStyle/>
        <a:p>
          <a:endParaRPr lang="en-US"/>
        </a:p>
      </dgm:t>
    </dgm:pt>
    <dgm:pt modelId="{BB214248-91FF-4977-812B-F3736B2A4F27}">
      <dgm:prSet/>
      <dgm:spPr/>
      <dgm:t>
        <a:bodyPr/>
        <a:lstStyle/>
        <a:p>
          <a:r>
            <a:rPr lang="en-GB" b="0" i="0"/>
            <a:t>Adapted MIA Pipeline</a:t>
          </a:r>
          <a:endParaRPr lang="en-US"/>
        </a:p>
      </dgm:t>
    </dgm:pt>
    <dgm:pt modelId="{DC666DCD-8866-4251-8713-565BDC96BF5C}" type="parTrans" cxnId="{C5723D18-038D-47C3-B172-67281A1F917C}">
      <dgm:prSet/>
      <dgm:spPr/>
      <dgm:t>
        <a:bodyPr/>
        <a:lstStyle/>
        <a:p>
          <a:endParaRPr lang="en-US"/>
        </a:p>
      </dgm:t>
    </dgm:pt>
    <dgm:pt modelId="{516A4A26-0808-431B-8E85-B9AF93810AC6}" type="sibTrans" cxnId="{C5723D18-038D-47C3-B172-67281A1F917C}">
      <dgm:prSet/>
      <dgm:spPr/>
      <dgm:t>
        <a:bodyPr/>
        <a:lstStyle/>
        <a:p>
          <a:endParaRPr lang="en-US"/>
        </a:p>
      </dgm:t>
    </dgm:pt>
    <dgm:pt modelId="{3267B065-F1CD-4EAC-B32F-82DD75122FFD}">
      <dgm:prSet/>
      <dgm:spPr/>
      <dgm:t>
        <a:bodyPr/>
        <a:lstStyle/>
        <a:p>
          <a:r>
            <a:rPr lang="en-GB" b="0" i="0"/>
            <a:t>Data Processing Workflow</a:t>
          </a:r>
          <a:endParaRPr lang="en-US"/>
        </a:p>
      </dgm:t>
    </dgm:pt>
    <dgm:pt modelId="{259A4259-7668-4ECD-90CD-02000BFD88C6}" type="parTrans" cxnId="{A4522926-323C-4CBD-BE2A-BC0E191099B5}">
      <dgm:prSet/>
      <dgm:spPr/>
      <dgm:t>
        <a:bodyPr/>
        <a:lstStyle/>
        <a:p>
          <a:endParaRPr lang="en-US"/>
        </a:p>
      </dgm:t>
    </dgm:pt>
    <dgm:pt modelId="{4755261E-A5F0-4D86-9D67-22592FA9A33C}" type="sibTrans" cxnId="{A4522926-323C-4CBD-BE2A-BC0E191099B5}">
      <dgm:prSet/>
      <dgm:spPr/>
      <dgm:t>
        <a:bodyPr/>
        <a:lstStyle/>
        <a:p>
          <a:endParaRPr lang="en-US"/>
        </a:p>
      </dgm:t>
    </dgm:pt>
    <dgm:pt modelId="{B672054F-6480-4F9B-B7DC-E60B642B85D9}">
      <dgm:prSet/>
      <dgm:spPr/>
      <dgm:t>
        <a:bodyPr/>
        <a:lstStyle/>
        <a:p>
          <a:r>
            <a:rPr lang="en-GB" b="0" i="0"/>
            <a:t>Feature extraction and selection</a:t>
          </a:r>
          <a:endParaRPr lang="en-US"/>
        </a:p>
      </dgm:t>
    </dgm:pt>
    <dgm:pt modelId="{6BEA3C14-C5C7-47CD-88EC-C487182B676E}" type="parTrans" cxnId="{68DD8E1D-A5E9-4A92-B3FE-41F08DAE0960}">
      <dgm:prSet/>
      <dgm:spPr/>
      <dgm:t>
        <a:bodyPr/>
        <a:lstStyle/>
        <a:p>
          <a:endParaRPr lang="en-US"/>
        </a:p>
      </dgm:t>
    </dgm:pt>
    <dgm:pt modelId="{39EE7E5C-A5B2-42C6-A71E-D1167CA626E8}" type="sibTrans" cxnId="{68DD8E1D-A5E9-4A92-B3FE-41F08DAE0960}">
      <dgm:prSet/>
      <dgm:spPr/>
      <dgm:t>
        <a:bodyPr/>
        <a:lstStyle/>
        <a:p>
          <a:endParaRPr lang="en-US"/>
        </a:p>
      </dgm:t>
    </dgm:pt>
    <dgm:pt modelId="{0EFEDACA-5CDB-46A6-B7DB-F1A4D94C1A42}">
      <dgm:prSet/>
      <dgm:spPr/>
      <dgm:t>
        <a:bodyPr/>
        <a:lstStyle/>
        <a:p>
          <a:r>
            <a:rPr lang="en-GB" b="0" i="0"/>
            <a:t>Experiments and Results</a:t>
          </a:r>
          <a:endParaRPr lang="en-US"/>
        </a:p>
      </dgm:t>
    </dgm:pt>
    <dgm:pt modelId="{573E843D-6A94-41A7-B6AC-783F129D77DA}" type="parTrans" cxnId="{9205F034-1768-46D8-8C5B-AB368F9563BA}">
      <dgm:prSet/>
      <dgm:spPr/>
      <dgm:t>
        <a:bodyPr/>
        <a:lstStyle/>
        <a:p>
          <a:endParaRPr lang="en-US"/>
        </a:p>
      </dgm:t>
    </dgm:pt>
    <dgm:pt modelId="{50B66326-BADF-449F-99B6-1C1CF2C161B1}" type="sibTrans" cxnId="{9205F034-1768-46D8-8C5B-AB368F9563BA}">
      <dgm:prSet/>
      <dgm:spPr/>
      <dgm:t>
        <a:bodyPr/>
        <a:lstStyle/>
        <a:p>
          <a:endParaRPr lang="en-US"/>
        </a:p>
      </dgm:t>
    </dgm:pt>
    <dgm:pt modelId="{18980D68-B0D8-4310-85CC-9735EE6C9A14}">
      <dgm:prSet/>
      <dgm:spPr/>
      <dgm:t>
        <a:bodyPr/>
        <a:lstStyle/>
        <a:p>
          <a:r>
            <a:rPr lang="en-GB" b="0" i="0"/>
            <a:t>Conclusion</a:t>
          </a:r>
          <a:endParaRPr lang="en-US"/>
        </a:p>
      </dgm:t>
    </dgm:pt>
    <dgm:pt modelId="{120ED686-31E2-440E-8013-73DDBE6D31A8}" type="parTrans" cxnId="{B7FB7945-EE2A-4B66-846F-BBF041FE07EF}">
      <dgm:prSet/>
      <dgm:spPr/>
      <dgm:t>
        <a:bodyPr/>
        <a:lstStyle/>
        <a:p>
          <a:endParaRPr lang="en-US"/>
        </a:p>
      </dgm:t>
    </dgm:pt>
    <dgm:pt modelId="{B0AABDB9-9548-4278-A877-53939A67D598}" type="sibTrans" cxnId="{B7FB7945-EE2A-4B66-846F-BBF041FE07EF}">
      <dgm:prSet/>
      <dgm:spPr/>
      <dgm:t>
        <a:bodyPr/>
        <a:lstStyle/>
        <a:p>
          <a:endParaRPr lang="en-US"/>
        </a:p>
      </dgm:t>
    </dgm:pt>
    <dgm:pt modelId="{D155C500-63FA-4484-A172-DB39C6E46558}">
      <dgm:prSet/>
      <dgm:spPr/>
      <dgm:t>
        <a:bodyPr/>
        <a:lstStyle/>
        <a:p>
          <a:r>
            <a:rPr lang="en-GB" b="0" i="0"/>
            <a:t>Outlook</a:t>
          </a:r>
          <a:endParaRPr lang="en-US"/>
        </a:p>
      </dgm:t>
    </dgm:pt>
    <dgm:pt modelId="{A9899F28-8FC2-4E86-8748-B4971BDC4773}" type="parTrans" cxnId="{F5782FFC-9DBB-4071-9A5D-92EB0CCCDD53}">
      <dgm:prSet/>
      <dgm:spPr/>
      <dgm:t>
        <a:bodyPr/>
        <a:lstStyle/>
        <a:p>
          <a:endParaRPr lang="en-US"/>
        </a:p>
      </dgm:t>
    </dgm:pt>
    <dgm:pt modelId="{CC9AE820-5D36-4F68-99D8-EC17C68B6407}" type="sibTrans" cxnId="{F5782FFC-9DBB-4071-9A5D-92EB0CCCDD53}">
      <dgm:prSet/>
      <dgm:spPr/>
      <dgm:t>
        <a:bodyPr/>
        <a:lstStyle/>
        <a:p>
          <a:endParaRPr lang="en-US"/>
        </a:p>
      </dgm:t>
    </dgm:pt>
    <dgm:pt modelId="{1E846B87-8C4D-D44D-94DC-BF3CA2BFC652}" type="pres">
      <dgm:prSet presAssocID="{C23D3A14-F528-45C6-A0AB-CFF0B1FB2A3D}" presName="linear" presStyleCnt="0">
        <dgm:presLayoutVars>
          <dgm:animLvl val="lvl"/>
          <dgm:resizeHandles val="exact"/>
        </dgm:presLayoutVars>
      </dgm:prSet>
      <dgm:spPr/>
    </dgm:pt>
    <dgm:pt modelId="{BEDC1F02-1A2B-5A42-AA2B-24EBCC547D67}" type="pres">
      <dgm:prSet presAssocID="{F8ED6890-DB81-4DC9-814E-4D5D34EE8015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D3AC4272-0EAA-1347-B29F-500C4DA52A75}" type="pres">
      <dgm:prSet presAssocID="{097CD36C-BF6D-4FA0-A7B7-E2763F0E0001}" presName="spacer" presStyleCnt="0"/>
      <dgm:spPr/>
    </dgm:pt>
    <dgm:pt modelId="{9B250D49-E725-804C-AE56-63E0635EC707}" type="pres">
      <dgm:prSet presAssocID="{BB214248-91FF-4977-812B-F3736B2A4F27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F2513BB-9A23-704F-97CA-9F74D7611055}" type="pres">
      <dgm:prSet presAssocID="{516A4A26-0808-431B-8E85-B9AF93810AC6}" presName="spacer" presStyleCnt="0"/>
      <dgm:spPr/>
    </dgm:pt>
    <dgm:pt modelId="{C9AEAE76-565B-3345-BF26-82921FE7BF51}" type="pres">
      <dgm:prSet presAssocID="{3267B065-F1CD-4EAC-B32F-82DD75122FFD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1769948A-86EA-0B47-B68D-5C93AF84ED95}" type="pres">
      <dgm:prSet presAssocID="{4755261E-A5F0-4D86-9D67-22592FA9A33C}" presName="spacer" presStyleCnt="0"/>
      <dgm:spPr/>
    </dgm:pt>
    <dgm:pt modelId="{CEA64C10-A5A6-A74B-A4D9-31D088351B94}" type="pres">
      <dgm:prSet presAssocID="{B672054F-6480-4F9B-B7DC-E60B642B85D9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E7036353-9B23-FE42-AF1A-BF0A0C3A29B2}" type="pres">
      <dgm:prSet presAssocID="{39EE7E5C-A5B2-42C6-A71E-D1167CA626E8}" presName="spacer" presStyleCnt="0"/>
      <dgm:spPr/>
    </dgm:pt>
    <dgm:pt modelId="{23E4FC5F-0692-DE49-8426-5C78D549472E}" type="pres">
      <dgm:prSet presAssocID="{0EFEDACA-5CDB-46A6-B7DB-F1A4D94C1A42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92471157-2852-7C48-A6F3-386443476B91}" type="pres">
      <dgm:prSet presAssocID="{50B66326-BADF-449F-99B6-1C1CF2C161B1}" presName="spacer" presStyleCnt="0"/>
      <dgm:spPr/>
    </dgm:pt>
    <dgm:pt modelId="{662B2DBE-0310-2041-98EA-8D24919855C8}" type="pres">
      <dgm:prSet presAssocID="{18980D68-B0D8-4310-85CC-9735EE6C9A1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520B2F4-E019-1342-B18C-704FEA909A0E}" type="pres">
      <dgm:prSet presAssocID="{B0AABDB9-9548-4278-A877-53939A67D598}" presName="spacer" presStyleCnt="0"/>
      <dgm:spPr/>
    </dgm:pt>
    <dgm:pt modelId="{740FAA51-6FBF-B44E-8BD9-C5965113ED1C}" type="pres">
      <dgm:prSet presAssocID="{D155C500-63FA-4484-A172-DB39C6E46558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C5723D18-038D-47C3-B172-67281A1F917C}" srcId="{C23D3A14-F528-45C6-A0AB-CFF0B1FB2A3D}" destId="{BB214248-91FF-4977-812B-F3736B2A4F27}" srcOrd="1" destOrd="0" parTransId="{DC666DCD-8866-4251-8713-565BDC96BF5C}" sibTransId="{516A4A26-0808-431B-8E85-B9AF93810AC6}"/>
    <dgm:cxn modelId="{68DD8E1D-A5E9-4A92-B3FE-41F08DAE0960}" srcId="{C23D3A14-F528-45C6-A0AB-CFF0B1FB2A3D}" destId="{B672054F-6480-4F9B-B7DC-E60B642B85D9}" srcOrd="3" destOrd="0" parTransId="{6BEA3C14-C5C7-47CD-88EC-C487182B676E}" sibTransId="{39EE7E5C-A5B2-42C6-A71E-D1167CA626E8}"/>
    <dgm:cxn modelId="{A4522926-323C-4CBD-BE2A-BC0E191099B5}" srcId="{C23D3A14-F528-45C6-A0AB-CFF0B1FB2A3D}" destId="{3267B065-F1CD-4EAC-B32F-82DD75122FFD}" srcOrd="2" destOrd="0" parTransId="{259A4259-7668-4ECD-90CD-02000BFD88C6}" sibTransId="{4755261E-A5F0-4D86-9D67-22592FA9A33C}"/>
    <dgm:cxn modelId="{9205F034-1768-46D8-8C5B-AB368F9563BA}" srcId="{C23D3A14-F528-45C6-A0AB-CFF0B1FB2A3D}" destId="{0EFEDACA-5CDB-46A6-B7DB-F1A4D94C1A42}" srcOrd="4" destOrd="0" parTransId="{573E843D-6A94-41A7-B6AC-783F129D77DA}" sibTransId="{50B66326-BADF-449F-99B6-1C1CF2C161B1}"/>
    <dgm:cxn modelId="{44714E37-03D8-3148-A0CA-4705EE41A1CC}" type="presOf" srcId="{C23D3A14-F528-45C6-A0AB-CFF0B1FB2A3D}" destId="{1E846B87-8C4D-D44D-94DC-BF3CA2BFC652}" srcOrd="0" destOrd="0" presId="urn:microsoft.com/office/officeart/2005/8/layout/vList2"/>
    <dgm:cxn modelId="{B7FB7945-EE2A-4B66-846F-BBF041FE07EF}" srcId="{C23D3A14-F528-45C6-A0AB-CFF0B1FB2A3D}" destId="{18980D68-B0D8-4310-85CC-9735EE6C9A14}" srcOrd="5" destOrd="0" parTransId="{120ED686-31E2-440E-8013-73DDBE6D31A8}" sibTransId="{B0AABDB9-9548-4278-A877-53939A67D598}"/>
    <dgm:cxn modelId="{6D575552-7110-3A4B-BDF3-7F92208AE6BD}" type="presOf" srcId="{0EFEDACA-5CDB-46A6-B7DB-F1A4D94C1A42}" destId="{23E4FC5F-0692-DE49-8426-5C78D549472E}" srcOrd="0" destOrd="0" presId="urn:microsoft.com/office/officeart/2005/8/layout/vList2"/>
    <dgm:cxn modelId="{9B878758-2431-5C4B-96D8-586F6F7F28F8}" type="presOf" srcId="{F8ED6890-DB81-4DC9-814E-4D5D34EE8015}" destId="{BEDC1F02-1A2B-5A42-AA2B-24EBCC547D67}" srcOrd="0" destOrd="0" presId="urn:microsoft.com/office/officeart/2005/8/layout/vList2"/>
    <dgm:cxn modelId="{E6E5E46D-D765-DC48-B962-015A9F210EA3}" type="presOf" srcId="{B672054F-6480-4F9B-B7DC-E60B642B85D9}" destId="{CEA64C10-A5A6-A74B-A4D9-31D088351B94}" srcOrd="0" destOrd="0" presId="urn:microsoft.com/office/officeart/2005/8/layout/vList2"/>
    <dgm:cxn modelId="{01D0B67C-633A-8D43-8BEA-C4B6B123F066}" type="presOf" srcId="{BB214248-91FF-4977-812B-F3736B2A4F27}" destId="{9B250D49-E725-804C-AE56-63E0635EC707}" srcOrd="0" destOrd="0" presId="urn:microsoft.com/office/officeart/2005/8/layout/vList2"/>
    <dgm:cxn modelId="{0862718D-2F0B-4E4A-85E3-DDC5C4D6D48B}" type="presOf" srcId="{18980D68-B0D8-4310-85CC-9735EE6C9A14}" destId="{662B2DBE-0310-2041-98EA-8D24919855C8}" srcOrd="0" destOrd="0" presId="urn:microsoft.com/office/officeart/2005/8/layout/vList2"/>
    <dgm:cxn modelId="{397ECF8D-5CAF-6045-87D4-3327CA2BD437}" type="presOf" srcId="{3267B065-F1CD-4EAC-B32F-82DD75122FFD}" destId="{C9AEAE76-565B-3345-BF26-82921FE7BF51}" srcOrd="0" destOrd="0" presId="urn:microsoft.com/office/officeart/2005/8/layout/vList2"/>
    <dgm:cxn modelId="{60E87F8F-A7A5-5C4D-B60D-29C59029CCEA}" type="presOf" srcId="{D155C500-63FA-4484-A172-DB39C6E46558}" destId="{740FAA51-6FBF-B44E-8BD9-C5965113ED1C}" srcOrd="0" destOrd="0" presId="urn:microsoft.com/office/officeart/2005/8/layout/vList2"/>
    <dgm:cxn modelId="{1835E79A-1B53-4C0D-8042-7A3022E2F136}" srcId="{C23D3A14-F528-45C6-A0AB-CFF0B1FB2A3D}" destId="{F8ED6890-DB81-4DC9-814E-4D5D34EE8015}" srcOrd="0" destOrd="0" parTransId="{CE6FFDC1-AA83-4FC0-A8D7-5C93410ED809}" sibTransId="{097CD36C-BF6D-4FA0-A7B7-E2763F0E0001}"/>
    <dgm:cxn modelId="{F5782FFC-9DBB-4071-9A5D-92EB0CCCDD53}" srcId="{C23D3A14-F528-45C6-A0AB-CFF0B1FB2A3D}" destId="{D155C500-63FA-4484-A172-DB39C6E46558}" srcOrd="6" destOrd="0" parTransId="{A9899F28-8FC2-4E86-8748-B4971BDC4773}" sibTransId="{CC9AE820-5D36-4F68-99D8-EC17C68B6407}"/>
    <dgm:cxn modelId="{4BDBFE83-6DED-C542-BA57-DABDC7320800}" type="presParOf" srcId="{1E846B87-8C4D-D44D-94DC-BF3CA2BFC652}" destId="{BEDC1F02-1A2B-5A42-AA2B-24EBCC547D67}" srcOrd="0" destOrd="0" presId="urn:microsoft.com/office/officeart/2005/8/layout/vList2"/>
    <dgm:cxn modelId="{F87F239D-7376-6E40-A8B6-99FA16A02F58}" type="presParOf" srcId="{1E846B87-8C4D-D44D-94DC-BF3CA2BFC652}" destId="{D3AC4272-0EAA-1347-B29F-500C4DA52A75}" srcOrd="1" destOrd="0" presId="urn:microsoft.com/office/officeart/2005/8/layout/vList2"/>
    <dgm:cxn modelId="{ABF7BF4B-2E73-7E42-928B-21D4EEBC7696}" type="presParOf" srcId="{1E846B87-8C4D-D44D-94DC-BF3CA2BFC652}" destId="{9B250D49-E725-804C-AE56-63E0635EC707}" srcOrd="2" destOrd="0" presId="urn:microsoft.com/office/officeart/2005/8/layout/vList2"/>
    <dgm:cxn modelId="{0C29CF53-04A4-AE44-9A01-35D67B86094B}" type="presParOf" srcId="{1E846B87-8C4D-D44D-94DC-BF3CA2BFC652}" destId="{AF2513BB-9A23-704F-97CA-9F74D7611055}" srcOrd="3" destOrd="0" presId="urn:microsoft.com/office/officeart/2005/8/layout/vList2"/>
    <dgm:cxn modelId="{8D78B1A4-5C70-224D-B4D8-AAEEDAA76B63}" type="presParOf" srcId="{1E846B87-8C4D-D44D-94DC-BF3CA2BFC652}" destId="{C9AEAE76-565B-3345-BF26-82921FE7BF51}" srcOrd="4" destOrd="0" presId="urn:microsoft.com/office/officeart/2005/8/layout/vList2"/>
    <dgm:cxn modelId="{04387433-E1F4-FC4D-8883-8B3084018591}" type="presParOf" srcId="{1E846B87-8C4D-D44D-94DC-BF3CA2BFC652}" destId="{1769948A-86EA-0B47-B68D-5C93AF84ED95}" srcOrd="5" destOrd="0" presId="urn:microsoft.com/office/officeart/2005/8/layout/vList2"/>
    <dgm:cxn modelId="{2473E774-A473-CB4E-A222-4FFFD072259D}" type="presParOf" srcId="{1E846B87-8C4D-D44D-94DC-BF3CA2BFC652}" destId="{CEA64C10-A5A6-A74B-A4D9-31D088351B94}" srcOrd="6" destOrd="0" presId="urn:microsoft.com/office/officeart/2005/8/layout/vList2"/>
    <dgm:cxn modelId="{C2CB5B41-A9DD-FF4C-80B0-33B0B2F09D1C}" type="presParOf" srcId="{1E846B87-8C4D-D44D-94DC-BF3CA2BFC652}" destId="{E7036353-9B23-FE42-AF1A-BF0A0C3A29B2}" srcOrd="7" destOrd="0" presId="urn:microsoft.com/office/officeart/2005/8/layout/vList2"/>
    <dgm:cxn modelId="{E2BF238B-07FE-D348-A384-01E79454A45C}" type="presParOf" srcId="{1E846B87-8C4D-D44D-94DC-BF3CA2BFC652}" destId="{23E4FC5F-0692-DE49-8426-5C78D549472E}" srcOrd="8" destOrd="0" presId="urn:microsoft.com/office/officeart/2005/8/layout/vList2"/>
    <dgm:cxn modelId="{03F87B1F-F711-9047-8223-30A908E731F9}" type="presParOf" srcId="{1E846B87-8C4D-D44D-94DC-BF3CA2BFC652}" destId="{92471157-2852-7C48-A6F3-386443476B91}" srcOrd="9" destOrd="0" presId="urn:microsoft.com/office/officeart/2005/8/layout/vList2"/>
    <dgm:cxn modelId="{71B4917B-31FA-1A4D-A5B9-52A9C7ADB41A}" type="presParOf" srcId="{1E846B87-8C4D-D44D-94DC-BF3CA2BFC652}" destId="{662B2DBE-0310-2041-98EA-8D24919855C8}" srcOrd="10" destOrd="0" presId="urn:microsoft.com/office/officeart/2005/8/layout/vList2"/>
    <dgm:cxn modelId="{2ACD8A21-64CB-C74A-977A-A5918562B99D}" type="presParOf" srcId="{1E846B87-8C4D-D44D-94DC-BF3CA2BFC652}" destId="{E520B2F4-E019-1342-B18C-704FEA909A0E}" srcOrd="11" destOrd="0" presId="urn:microsoft.com/office/officeart/2005/8/layout/vList2"/>
    <dgm:cxn modelId="{7E875509-D106-4549-BF12-E47D3E06FF02}" type="presParOf" srcId="{1E846B87-8C4D-D44D-94DC-BF3CA2BFC652}" destId="{740FAA51-6FBF-B44E-8BD9-C5965113ED1C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8FFE28-2651-4982-9D98-63722E1117FF}" type="doc">
      <dgm:prSet loTypeId="urn:microsoft.com/office/officeart/2005/8/layout/hierarchy1" loCatId="hierarchy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109385FF-1C5C-4E67-8D47-C23058953CF7}">
      <dgm:prSet/>
      <dgm:spPr/>
      <dgm:t>
        <a:bodyPr/>
        <a:lstStyle/>
        <a:p>
          <a:r>
            <a:rPr lang="en-GB" b="0" i="0"/>
            <a:t>Decision forest feature importance (model-based)</a:t>
          </a:r>
          <a:endParaRPr lang="en-US"/>
        </a:p>
      </dgm:t>
    </dgm:pt>
    <dgm:pt modelId="{E0BA775F-DA74-406A-B368-EAC29171AC61}" type="parTrans" cxnId="{A888638D-3730-4844-9A57-DC112466C805}">
      <dgm:prSet/>
      <dgm:spPr/>
      <dgm:t>
        <a:bodyPr/>
        <a:lstStyle/>
        <a:p>
          <a:endParaRPr lang="en-US"/>
        </a:p>
      </dgm:t>
    </dgm:pt>
    <dgm:pt modelId="{797A4896-3E70-407B-8B9A-85C77FDDC3D1}" type="sibTrans" cxnId="{A888638D-3730-4844-9A57-DC112466C805}">
      <dgm:prSet/>
      <dgm:spPr/>
      <dgm:t>
        <a:bodyPr/>
        <a:lstStyle/>
        <a:p>
          <a:endParaRPr lang="en-US"/>
        </a:p>
      </dgm:t>
    </dgm:pt>
    <dgm:pt modelId="{7BD2F0A6-0B8F-481C-9B62-3E58C459B8BE}">
      <dgm:prSet/>
      <dgm:spPr/>
      <dgm:t>
        <a:bodyPr/>
        <a:lstStyle/>
        <a:p>
          <a:r>
            <a:rPr lang="en-GB" b="0" i="0"/>
            <a:t>Principal Component Analysis (projection-based)</a:t>
          </a:r>
          <a:endParaRPr lang="en-US"/>
        </a:p>
      </dgm:t>
    </dgm:pt>
    <dgm:pt modelId="{AF49360D-63A4-47D9-B43E-967D54F50AB3}" type="parTrans" cxnId="{A91DE8D6-A0AF-4482-AA3D-49D88B1E02BF}">
      <dgm:prSet/>
      <dgm:spPr/>
      <dgm:t>
        <a:bodyPr/>
        <a:lstStyle/>
        <a:p>
          <a:endParaRPr lang="en-US"/>
        </a:p>
      </dgm:t>
    </dgm:pt>
    <dgm:pt modelId="{3E4E7E2C-789D-46FF-9C53-2ECE83BAE8E5}" type="sibTrans" cxnId="{A91DE8D6-A0AF-4482-AA3D-49D88B1E02BF}">
      <dgm:prSet/>
      <dgm:spPr/>
      <dgm:t>
        <a:bodyPr/>
        <a:lstStyle/>
        <a:p>
          <a:endParaRPr lang="en-US"/>
        </a:p>
      </dgm:t>
    </dgm:pt>
    <dgm:pt modelId="{D6285E51-B529-4B72-889A-48BBEBFFED85}">
      <dgm:prSet/>
      <dgm:spPr/>
      <dgm:t>
        <a:bodyPr/>
        <a:lstStyle/>
        <a:p>
          <a:r>
            <a:rPr lang="en-GB" b="0" i="0"/>
            <a:t>Mutual Information based Feature Selection (information-theoretic)</a:t>
          </a:r>
          <a:endParaRPr lang="en-US"/>
        </a:p>
      </dgm:t>
    </dgm:pt>
    <dgm:pt modelId="{A2DBCC61-74AF-4603-94EE-C081FE97B28E}" type="parTrans" cxnId="{BF684182-6D41-4F44-8D85-ED3E7FD9ACD4}">
      <dgm:prSet/>
      <dgm:spPr/>
      <dgm:t>
        <a:bodyPr/>
        <a:lstStyle/>
        <a:p>
          <a:endParaRPr lang="en-US"/>
        </a:p>
      </dgm:t>
    </dgm:pt>
    <dgm:pt modelId="{1FBA5362-3020-45C4-84B9-FF584AE03FBA}" type="sibTrans" cxnId="{BF684182-6D41-4F44-8D85-ED3E7FD9ACD4}">
      <dgm:prSet/>
      <dgm:spPr/>
      <dgm:t>
        <a:bodyPr/>
        <a:lstStyle/>
        <a:p>
          <a:endParaRPr lang="en-US"/>
        </a:p>
      </dgm:t>
    </dgm:pt>
    <dgm:pt modelId="{E4BF8804-762D-9F4F-8534-55789A23CBEB}" type="pres">
      <dgm:prSet presAssocID="{428FFE28-2651-4982-9D98-63722E1117F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D6705D4-3B66-1F43-A896-BCAD38740359}" type="pres">
      <dgm:prSet presAssocID="{109385FF-1C5C-4E67-8D47-C23058953CF7}" presName="hierRoot1" presStyleCnt="0"/>
      <dgm:spPr/>
    </dgm:pt>
    <dgm:pt modelId="{5845337B-D4D9-E44A-A6D4-093064060F05}" type="pres">
      <dgm:prSet presAssocID="{109385FF-1C5C-4E67-8D47-C23058953CF7}" presName="composite" presStyleCnt="0"/>
      <dgm:spPr/>
    </dgm:pt>
    <dgm:pt modelId="{7171812C-2C05-3845-B9C5-21AAAE30B1AD}" type="pres">
      <dgm:prSet presAssocID="{109385FF-1C5C-4E67-8D47-C23058953CF7}" presName="background" presStyleLbl="node0" presStyleIdx="0" presStyleCnt="3"/>
      <dgm:spPr/>
    </dgm:pt>
    <dgm:pt modelId="{2FA4BF51-9F08-0A42-9FAE-E3876BE16F31}" type="pres">
      <dgm:prSet presAssocID="{109385FF-1C5C-4E67-8D47-C23058953CF7}" presName="text" presStyleLbl="fgAcc0" presStyleIdx="0" presStyleCnt="3">
        <dgm:presLayoutVars>
          <dgm:chPref val="3"/>
        </dgm:presLayoutVars>
      </dgm:prSet>
      <dgm:spPr/>
    </dgm:pt>
    <dgm:pt modelId="{A9BDA7FD-26C0-4C42-920C-C7005D632DC9}" type="pres">
      <dgm:prSet presAssocID="{109385FF-1C5C-4E67-8D47-C23058953CF7}" presName="hierChild2" presStyleCnt="0"/>
      <dgm:spPr/>
    </dgm:pt>
    <dgm:pt modelId="{27FCD098-5E30-FA49-A403-0F59BC0C0838}" type="pres">
      <dgm:prSet presAssocID="{7BD2F0A6-0B8F-481C-9B62-3E58C459B8BE}" presName="hierRoot1" presStyleCnt="0"/>
      <dgm:spPr/>
    </dgm:pt>
    <dgm:pt modelId="{D10B999F-28E3-614E-97FA-0BDD101139E3}" type="pres">
      <dgm:prSet presAssocID="{7BD2F0A6-0B8F-481C-9B62-3E58C459B8BE}" presName="composite" presStyleCnt="0"/>
      <dgm:spPr/>
    </dgm:pt>
    <dgm:pt modelId="{A0D03B96-52A8-6743-8FBE-22EE1306C443}" type="pres">
      <dgm:prSet presAssocID="{7BD2F0A6-0B8F-481C-9B62-3E58C459B8BE}" presName="background" presStyleLbl="node0" presStyleIdx="1" presStyleCnt="3"/>
      <dgm:spPr/>
    </dgm:pt>
    <dgm:pt modelId="{A2865878-5CF6-CE40-B23C-045EA0BBE58C}" type="pres">
      <dgm:prSet presAssocID="{7BD2F0A6-0B8F-481C-9B62-3E58C459B8BE}" presName="text" presStyleLbl="fgAcc0" presStyleIdx="1" presStyleCnt="3">
        <dgm:presLayoutVars>
          <dgm:chPref val="3"/>
        </dgm:presLayoutVars>
      </dgm:prSet>
      <dgm:spPr/>
    </dgm:pt>
    <dgm:pt modelId="{3270EF72-7FAB-8B47-B579-C1CFB6D6FF4C}" type="pres">
      <dgm:prSet presAssocID="{7BD2F0A6-0B8F-481C-9B62-3E58C459B8BE}" presName="hierChild2" presStyleCnt="0"/>
      <dgm:spPr/>
    </dgm:pt>
    <dgm:pt modelId="{1E633F80-B71C-6940-9E25-9A5CA05851B2}" type="pres">
      <dgm:prSet presAssocID="{D6285E51-B529-4B72-889A-48BBEBFFED85}" presName="hierRoot1" presStyleCnt="0"/>
      <dgm:spPr/>
    </dgm:pt>
    <dgm:pt modelId="{454AD7F1-06D7-0E4A-B0A3-EB365EE6A3BC}" type="pres">
      <dgm:prSet presAssocID="{D6285E51-B529-4B72-889A-48BBEBFFED85}" presName="composite" presStyleCnt="0"/>
      <dgm:spPr/>
    </dgm:pt>
    <dgm:pt modelId="{D058493F-12EC-214A-8460-804CBE6C1838}" type="pres">
      <dgm:prSet presAssocID="{D6285E51-B529-4B72-889A-48BBEBFFED85}" presName="background" presStyleLbl="node0" presStyleIdx="2" presStyleCnt="3"/>
      <dgm:spPr/>
    </dgm:pt>
    <dgm:pt modelId="{35C5CB77-ED04-CE49-9E9C-E62405891CAB}" type="pres">
      <dgm:prSet presAssocID="{D6285E51-B529-4B72-889A-48BBEBFFED85}" presName="text" presStyleLbl="fgAcc0" presStyleIdx="2" presStyleCnt="3">
        <dgm:presLayoutVars>
          <dgm:chPref val="3"/>
        </dgm:presLayoutVars>
      </dgm:prSet>
      <dgm:spPr/>
    </dgm:pt>
    <dgm:pt modelId="{1D6C7EC2-B2DF-DF47-B96F-20FFB6021C7F}" type="pres">
      <dgm:prSet presAssocID="{D6285E51-B529-4B72-889A-48BBEBFFED85}" presName="hierChild2" presStyleCnt="0"/>
      <dgm:spPr/>
    </dgm:pt>
  </dgm:ptLst>
  <dgm:cxnLst>
    <dgm:cxn modelId="{8FDBF413-BC9C-1142-8AF6-2D7C9F566415}" type="presOf" srcId="{7BD2F0A6-0B8F-481C-9B62-3E58C459B8BE}" destId="{A2865878-5CF6-CE40-B23C-045EA0BBE58C}" srcOrd="0" destOrd="0" presId="urn:microsoft.com/office/officeart/2005/8/layout/hierarchy1"/>
    <dgm:cxn modelId="{907B2D25-B98D-E44D-99DC-EE092FB3AB4B}" type="presOf" srcId="{428FFE28-2651-4982-9D98-63722E1117FF}" destId="{E4BF8804-762D-9F4F-8534-55789A23CBEB}" srcOrd="0" destOrd="0" presId="urn:microsoft.com/office/officeart/2005/8/layout/hierarchy1"/>
    <dgm:cxn modelId="{BF684182-6D41-4F44-8D85-ED3E7FD9ACD4}" srcId="{428FFE28-2651-4982-9D98-63722E1117FF}" destId="{D6285E51-B529-4B72-889A-48BBEBFFED85}" srcOrd="2" destOrd="0" parTransId="{A2DBCC61-74AF-4603-94EE-C081FE97B28E}" sibTransId="{1FBA5362-3020-45C4-84B9-FF584AE03FBA}"/>
    <dgm:cxn modelId="{A888638D-3730-4844-9A57-DC112466C805}" srcId="{428FFE28-2651-4982-9D98-63722E1117FF}" destId="{109385FF-1C5C-4E67-8D47-C23058953CF7}" srcOrd="0" destOrd="0" parTransId="{E0BA775F-DA74-406A-B368-EAC29171AC61}" sibTransId="{797A4896-3E70-407B-8B9A-85C77FDDC3D1}"/>
    <dgm:cxn modelId="{E4BE30B3-2668-4F43-958D-5668E046FBF7}" type="presOf" srcId="{109385FF-1C5C-4E67-8D47-C23058953CF7}" destId="{2FA4BF51-9F08-0A42-9FAE-E3876BE16F31}" srcOrd="0" destOrd="0" presId="urn:microsoft.com/office/officeart/2005/8/layout/hierarchy1"/>
    <dgm:cxn modelId="{3B6209C3-9070-6745-8778-61AECB16D79B}" type="presOf" srcId="{D6285E51-B529-4B72-889A-48BBEBFFED85}" destId="{35C5CB77-ED04-CE49-9E9C-E62405891CAB}" srcOrd="0" destOrd="0" presId="urn:microsoft.com/office/officeart/2005/8/layout/hierarchy1"/>
    <dgm:cxn modelId="{A91DE8D6-A0AF-4482-AA3D-49D88B1E02BF}" srcId="{428FFE28-2651-4982-9D98-63722E1117FF}" destId="{7BD2F0A6-0B8F-481C-9B62-3E58C459B8BE}" srcOrd="1" destOrd="0" parTransId="{AF49360D-63A4-47D9-B43E-967D54F50AB3}" sibTransId="{3E4E7E2C-789D-46FF-9C53-2ECE83BAE8E5}"/>
    <dgm:cxn modelId="{7DB5E456-634E-4840-8B93-F4476A8E4049}" type="presParOf" srcId="{E4BF8804-762D-9F4F-8534-55789A23CBEB}" destId="{4D6705D4-3B66-1F43-A896-BCAD38740359}" srcOrd="0" destOrd="0" presId="urn:microsoft.com/office/officeart/2005/8/layout/hierarchy1"/>
    <dgm:cxn modelId="{DAF53EB2-4D54-E94F-9F60-595FCB19EA16}" type="presParOf" srcId="{4D6705D4-3B66-1F43-A896-BCAD38740359}" destId="{5845337B-D4D9-E44A-A6D4-093064060F05}" srcOrd="0" destOrd="0" presId="urn:microsoft.com/office/officeart/2005/8/layout/hierarchy1"/>
    <dgm:cxn modelId="{823CEA7A-738A-CA47-86BA-A6514215A55C}" type="presParOf" srcId="{5845337B-D4D9-E44A-A6D4-093064060F05}" destId="{7171812C-2C05-3845-B9C5-21AAAE30B1AD}" srcOrd="0" destOrd="0" presId="urn:microsoft.com/office/officeart/2005/8/layout/hierarchy1"/>
    <dgm:cxn modelId="{E6F08C53-3F2B-6647-A7FC-91FA9B6C9C48}" type="presParOf" srcId="{5845337B-D4D9-E44A-A6D4-093064060F05}" destId="{2FA4BF51-9F08-0A42-9FAE-E3876BE16F31}" srcOrd="1" destOrd="0" presId="urn:microsoft.com/office/officeart/2005/8/layout/hierarchy1"/>
    <dgm:cxn modelId="{3DE635BE-6921-644D-A718-4DAE46C113AB}" type="presParOf" srcId="{4D6705D4-3B66-1F43-A896-BCAD38740359}" destId="{A9BDA7FD-26C0-4C42-920C-C7005D632DC9}" srcOrd="1" destOrd="0" presId="urn:microsoft.com/office/officeart/2005/8/layout/hierarchy1"/>
    <dgm:cxn modelId="{3B6A8B00-A18B-FF49-88DE-8DD2B9BEEDB0}" type="presParOf" srcId="{E4BF8804-762D-9F4F-8534-55789A23CBEB}" destId="{27FCD098-5E30-FA49-A403-0F59BC0C0838}" srcOrd="1" destOrd="0" presId="urn:microsoft.com/office/officeart/2005/8/layout/hierarchy1"/>
    <dgm:cxn modelId="{FC9166C9-FA09-D84B-B096-5C39B9B4320B}" type="presParOf" srcId="{27FCD098-5E30-FA49-A403-0F59BC0C0838}" destId="{D10B999F-28E3-614E-97FA-0BDD101139E3}" srcOrd="0" destOrd="0" presId="urn:microsoft.com/office/officeart/2005/8/layout/hierarchy1"/>
    <dgm:cxn modelId="{05580BA8-1515-9544-8DE2-AF26546B350F}" type="presParOf" srcId="{D10B999F-28E3-614E-97FA-0BDD101139E3}" destId="{A0D03B96-52A8-6743-8FBE-22EE1306C443}" srcOrd="0" destOrd="0" presId="urn:microsoft.com/office/officeart/2005/8/layout/hierarchy1"/>
    <dgm:cxn modelId="{13ECCB00-EEEB-054E-928C-0505C46535D6}" type="presParOf" srcId="{D10B999F-28E3-614E-97FA-0BDD101139E3}" destId="{A2865878-5CF6-CE40-B23C-045EA0BBE58C}" srcOrd="1" destOrd="0" presId="urn:microsoft.com/office/officeart/2005/8/layout/hierarchy1"/>
    <dgm:cxn modelId="{B0FFCE0B-F8DA-A44A-BDE6-FD9236FE0859}" type="presParOf" srcId="{27FCD098-5E30-FA49-A403-0F59BC0C0838}" destId="{3270EF72-7FAB-8B47-B579-C1CFB6D6FF4C}" srcOrd="1" destOrd="0" presId="urn:microsoft.com/office/officeart/2005/8/layout/hierarchy1"/>
    <dgm:cxn modelId="{BA763509-C5FD-7C40-BF6C-8BE6CEEE8580}" type="presParOf" srcId="{E4BF8804-762D-9F4F-8534-55789A23CBEB}" destId="{1E633F80-B71C-6940-9E25-9A5CA05851B2}" srcOrd="2" destOrd="0" presId="urn:microsoft.com/office/officeart/2005/8/layout/hierarchy1"/>
    <dgm:cxn modelId="{05C1713B-6797-2045-8518-96DA224D5236}" type="presParOf" srcId="{1E633F80-B71C-6940-9E25-9A5CA05851B2}" destId="{454AD7F1-06D7-0E4A-B0A3-EB365EE6A3BC}" srcOrd="0" destOrd="0" presId="urn:microsoft.com/office/officeart/2005/8/layout/hierarchy1"/>
    <dgm:cxn modelId="{DD97A717-08FB-A84C-AA7D-BB98A9685F9E}" type="presParOf" srcId="{454AD7F1-06D7-0E4A-B0A3-EB365EE6A3BC}" destId="{D058493F-12EC-214A-8460-804CBE6C1838}" srcOrd="0" destOrd="0" presId="urn:microsoft.com/office/officeart/2005/8/layout/hierarchy1"/>
    <dgm:cxn modelId="{7533C18F-126D-0B4C-934C-9310F5468963}" type="presParOf" srcId="{454AD7F1-06D7-0E4A-B0A3-EB365EE6A3BC}" destId="{35C5CB77-ED04-CE49-9E9C-E62405891CAB}" srcOrd="1" destOrd="0" presId="urn:microsoft.com/office/officeart/2005/8/layout/hierarchy1"/>
    <dgm:cxn modelId="{31F11A16-D0C5-F44D-ACB5-927AF53CCB12}" type="presParOf" srcId="{1E633F80-B71C-6940-9E25-9A5CA05851B2}" destId="{1D6C7EC2-B2DF-DF47-B96F-20FFB6021C7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AA19B7-FA19-4F5A-848C-510DBE4BE8D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CF6A9F-0AA7-478C-A4AB-405BF37FD613}">
      <dgm:prSet/>
      <dgm:spPr/>
      <dgm:t>
        <a:bodyPr/>
        <a:lstStyle/>
        <a:p>
          <a:r>
            <a:rPr lang="en-GB" dirty="0"/>
            <a:t>Experiment and Results - Radiomic features</a:t>
          </a:r>
          <a:endParaRPr lang="en-US" dirty="0"/>
        </a:p>
      </dgm:t>
    </dgm:pt>
    <dgm:pt modelId="{62A0FEA5-88EE-45B6-8FBA-9CDE3691A435}" type="parTrans" cxnId="{FE0670FA-498E-4933-B1EC-F5E38DBCF570}">
      <dgm:prSet/>
      <dgm:spPr/>
      <dgm:t>
        <a:bodyPr/>
        <a:lstStyle/>
        <a:p>
          <a:endParaRPr lang="en-US"/>
        </a:p>
      </dgm:t>
    </dgm:pt>
    <dgm:pt modelId="{6DD12BE8-2BA3-4980-9C02-60438A4EF73F}" type="sibTrans" cxnId="{FE0670FA-498E-4933-B1EC-F5E38DBCF570}">
      <dgm:prSet/>
      <dgm:spPr/>
      <dgm:t>
        <a:bodyPr/>
        <a:lstStyle/>
        <a:p>
          <a:endParaRPr lang="en-US"/>
        </a:p>
      </dgm:t>
    </dgm:pt>
    <dgm:pt modelId="{E5319486-6243-4BF0-A276-FB50A481D9DF}">
      <dgm:prSet/>
      <dgm:spPr/>
      <dgm:t>
        <a:bodyPr/>
        <a:lstStyle/>
        <a:p>
          <a:r>
            <a:rPr lang="en-GB" dirty="0"/>
            <a:t>Experiment and Results - Selected radiomic features</a:t>
          </a:r>
          <a:endParaRPr lang="en-US" dirty="0"/>
        </a:p>
      </dgm:t>
    </dgm:pt>
    <dgm:pt modelId="{AE8DAB46-8FF2-4508-8283-A8045594A865}" type="parTrans" cxnId="{5EB14FC1-4E16-484F-A59D-FA93762F904D}">
      <dgm:prSet/>
      <dgm:spPr/>
      <dgm:t>
        <a:bodyPr/>
        <a:lstStyle/>
        <a:p>
          <a:endParaRPr lang="en-US"/>
        </a:p>
      </dgm:t>
    </dgm:pt>
    <dgm:pt modelId="{046ABFDA-2729-45E2-A853-C54962A9C149}" type="sibTrans" cxnId="{5EB14FC1-4E16-484F-A59D-FA93762F904D}">
      <dgm:prSet/>
      <dgm:spPr/>
      <dgm:t>
        <a:bodyPr/>
        <a:lstStyle/>
        <a:p>
          <a:endParaRPr lang="en-US"/>
        </a:p>
      </dgm:t>
    </dgm:pt>
    <dgm:pt modelId="{FBE3F37B-4461-4AF9-A4A1-04A28464B261}">
      <dgm:prSet/>
      <dgm:spPr/>
      <dgm:t>
        <a:bodyPr/>
        <a:lstStyle/>
        <a:p>
          <a:r>
            <a:rPr lang="en-GB"/>
            <a:t>Conclusion</a:t>
          </a:r>
          <a:endParaRPr lang="en-US"/>
        </a:p>
      </dgm:t>
    </dgm:pt>
    <dgm:pt modelId="{8FBE92C5-5921-4046-88BE-FF894E94F1DB}" type="parTrans" cxnId="{D086DD4C-40DA-4C4A-9633-1876990BE24A}">
      <dgm:prSet/>
      <dgm:spPr/>
      <dgm:t>
        <a:bodyPr/>
        <a:lstStyle/>
        <a:p>
          <a:endParaRPr lang="en-US"/>
        </a:p>
      </dgm:t>
    </dgm:pt>
    <dgm:pt modelId="{C7E4C901-51B2-4C1B-B3F5-F6D07B850CA7}" type="sibTrans" cxnId="{D086DD4C-40DA-4C4A-9633-1876990BE24A}">
      <dgm:prSet/>
      <dgm:spPr/>
      <dgm:t>
        <a:bodyPr/>
        <a:lstStyle/>
        <a:p>
          <a:endParaRPr lang="en-US"/>
        </a:p>
      </dgm:t>
    </dgm:pt>
    <dgm:pt modelId="{E53F5A08-F5D4-4A77-991C-774BD18103D2}">
      <dgm:prSet/>
      <dgm:spPr/>
      <dgm:t>
        <a:bodyPr/>
        <a:lstStyle/>
        <a:p>
          <a:r>
            <a:rPr lang="en-GB"/>
            <a:t>Outlook</a:t>
          </a:r>
          <a:endParaRPr lang="en-US"/>
        </a:p>
      </dgm:t>
    </dgm:pt>
    <dgm:pt modelId="{EF499CE1-B27B-4455-9ABC-D10E71BE015F}" type="parTrans" cxnId="{D2492F35-0A75-47EA-9202-6B5CCFEE05A7}">
      <dgm:prSet/>
      <dgm:spPr/>
      <dgm:t>
        <a:bodyPr/>
        <a:lstStyle/>
        <a:p>
          <a:endParaRPr lang="en-US"/>
        </a:p>
      </dgm:t>
    </dgm:pt>
    <dgm:pt modelId="{6D5B4B93-A559-4D74-9178-A19402B4ACF8}" type="sibTrans" cxnId="{D2492F35-0A75-47EA-9202-6B5CCFEE05A7}">
      <dgm:prSet/>
      <dgm:spPr/>
      <dgm:t>
        <a:bodyPr/>
        <a:lstStyle/>
        <a:p>
          <a:endParaRPr lang="en-US"/>
        </a:p>
      </dgm:t>
    </dgm:pt>
    <dgm:pt modelId="{5CEABC86-0525-4F2F-8151-8E90A9CF9134}" type="pres">
      <dgm:prSet presAssocID="{9FAA19B7-FA19-4F5A-848C-510DBE4BE8D8}" presName="root" presStyleCnt="0">
        <dgm:presLayoutVars>
          <dgm:dir/>
          <dgm:resizeHandles val="exact"/>
        </dgm:presLayoutVars>
      </dgm:prSet>
      <dgm:spPr/>
    </dgm:pt>
    <dgm:pt modelId="{623DBEAB-2DB5-4234-87A7-7C9078ECE838}" type="pres">
      <dgm:prSet presAssocID="{12CF6A9F-0AA7-478C-A4AB-405BF37FD613}" presName="compNode" presStyleCnt="0"/>
      <dgm:spPr/>
    </dgm:pt>
    <dgm:pt modelId="{5B339672-DB0A-4589-B7E4-AD2DCE192D29}" type="pres">
      <dgm:prSet presAssocID="{12CF6A9F-0AA7-478C-A4AB-405BF37FD613}" presName="bgRect" presStyleLbl="bgShp" presStyleIdx="0" presStyleCnt="4"/>
      <dgm:spPr/>
    </dgm:pt>
    <dgm:pt modelId="{F320B6E3-39D6-4F44-8883-C7B7DDCA5B63}" type="pres">
      <dgm:prSet presAssocID="{12CF6A9F-0AA7-478C-A4AB-405BF37FD61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FCC4500E-204D-4F4C-A21B-217BCFB439E2}" type="pres">
      <dgm:prSet presAssocID="{12CF6A9F-0AA7-478C-A4AB-405BF37FD613}" presName="spaceRect" presStyleCnt="0"/>
      <dgm:spPr/>
    </dgm:pt>
    <dgm:pt modelId="{82559CAC-9BFC-4670-83CD-D302B95DF620}" type="pres">
      <dgm:prSet presAssocID="{12CF6A9F-0AA7-478C-A4AB-405BF37FD613}" presName="parTx" presStyleLbl="revTx" presStyleIdx="0" presStyleCnt="4">
        <dgm:presLayoutVars>
          <dgm:chMax val="0"/>
          <dgm:chPref val="0"/>
        </dgm:presLayoutVars>
      </dgm:prSet>
      <dgm:spPr/>
    </dgm:pt>
    <dgm:pt modelId="{24075F1E-C7DA-4632-AD54-542D28E7F799}" type="pres">
      <dgm:prSet presAssocID="{6DD12BE8-2BA3-4980-9C02-60438A4EF73F}" presName="sibTrans" presStyleCnt="0"/>
      <dgm:spPr/>
    </dgm:pt>
    <dgm:pt modelId="{43E926B7-51AC-40FF-8F47-A057BDD92C74}" type="pres">
      <dgm:prSet presAssocID="{E5319486-6243-4BF0-A276-FB50A481D9DF}" presName="compNode" presStyleCnt="0"/>
      <dgm:spPr/>
    </dgm:pt>
    <dgm:pt modelId="{8FE9B806-8F3C-4F82-A8B5-85C503F4B481}" type="pres">
      <dgm:prSet presAssocID="{E5319486-6243-4BF0-A276-FB50A481D9DF}" presName="bgRect" presStyleLbl="bgShp" presStyleIdx="1" presStyleCnt="4"/>
      <dgm:spPr/>
    </dgm:pt>
    <dgm:pt modelId="{3AFFEC01-7A8B-49D3-8897-3B8BC3CE6F90}" type="pres">
      <dgm:prSet presAssocID="{E5319486-6243-4BF0-A276-FB50A481D9D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C1E10D28-95CB-41E1-A67C-CA30CC537E62}" type="pres">
      <dgm:prSet presAssocID="{E5319486-6243-4BF0-A276-FB50A481D9DF}" presName="spaceRect" presStyleCnt="0"/>
      <dgm:spPr/>
    </dgm:pt>
    <dgm:pt modelId="{C95840EA-B6BD-4643-81A5-517FAC60086E}" type="pres">
      <dgm:prSet presAssocID="{E5319486-6243-4BF0-A276-FB50A481D9DF}" presName="parTx" presStyleLbl="revTx" presStyleIdx="1" presStyleCnt="4">
        <dgm:presLayoutVars>
          <dgm:chMax val="0"/>
          <dgm:chPref val="0"/>
        </dgm:presLayoutVars>
      </dgm:prSet>
      <dgm:spPr/>
    </dgm:pt>
    <dgm:pt modelId="{7A6C7673-8EA8-4F17-A252-E86765A1B11E}" type="pres">
      <dgm:prSet presAssocID="{046ABFDA-2729-45E2-A853-C54962A9C149}" presName="sibTrans" presStyleCnt="0"/>
      <dgm:spPr/>
    </dgm:pt>
    <dgm:pt modelId="{87922144-017C-4FEE-8635-444B50F5711B}" type="pres">
      <dgm:prSet presAssocID="{FBE3F37B-4461-4AF9-A4A1-04A28464B261}" presName="compNode" presStyleCnt="0"/>
      <dgm:spPr/>
    </dgm:pt>
    <dgm:pt modelId="{C7FBDE73-AE4B-4445-BD63-D686D6587E7F}" type="pres">
      <dgm:prSet presAssocID="{FBE3F37B-4461-4AF9-A4A1-04A28464B261}" presName="bgRect" presStyleLbl="bgShp" presStyleIdx="2" presStyleCnt="4"/>
      <dgm:spPr/>
    </dgm:pt>
    <dgm:pt modelId="{2178C42C-77CC-471E-95AF-F788351EAB8A}" type="pres">
      <dgm:prSet presAssocID="{FBE3F37B-4461-4AF9-A4A1-04A28464B26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EF01E2E5-F0D9-4BA4-B4F8-7AB505FA740C}" type="pres">
      <dgm:prSet presAssocID="{FBE3F37B-4461-4AF9-A4A1-04A28464B261}" presName="spaceRect" presStyleCnt="0"/>
      <dgm:spPr/>
    </dgm:pt>
    <dgm:pt modelId="{A78CD322-D88C-4381-BB40-193840BFF55F}" type="pres">
      <dgm:prSet presAssocID="{FBE3F37B-4461-4AF9-A4A1-04A28464B261}" presName="parTx" presStyleLbl="revTx" presStyleIdx="2" presStyleCnt="4">
        <dgm:presLayoutVars>
          <dgm:chMax val="0"/>
          <dgm:chPref val="0"/>
        </dgm:presLayoutVars>
      </dgm:prSet>
      <dgm:spPr/>
    </dgm:pt>
    <dgm:pt modelId="{46386163-18C3-4B86-A727-ADBEFBCCFBD7}" type="pres">
      <dgm:prSet presAssocID="{C7E4C901-51B2-4C1B-B3F5-F6D07B850CA7}" presName="sibTrans" presStyleCnt="0"/>
      <dgm:spPr/>
    </dgm:pt>
    <dgm:pt modelId="{08D358D3-428D-4DDC-9D4D-C774EF415CDC}" type="pres">
      <dgm:prSet presAssocID="{E53F5A08-F5D4-4A77-991C-774BD18103D2}" presName="compNode" presStyleCnt="0"/>
      <dgm:spPr/>
    </dgm:pt>
    <dgm:pt modelId="{B3E4E323-4357-4DB2-87C3-FCC435E8B6CB}" type="pres">
      <dgm:prSet presAssocID="{E53F5A08-F5D4-4A77-991C-774BD18103D2}" presName="bgRect" presStyleLbl="bgShp" presStyleIdx="3" presStyleCnt="4"/>
      <dgm:spPr/>
    </dgm:pt>
    <dgm:pt modelId="{1F28FE52-BC75-41EA-928C-83D62721F044}" type="pres">
      <dgm:prSet presAssocID="{E53F5A08-F5D4-4A77-991C-774BD18103D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107EF71-432D-4494-8131-6CA3860D9CA4}" type="pres">
      <dgm:prSet presAssocID="{E53F5A08-F5D4-4A77-991C-774BD18103D2}" presName="spaceRect" presStyleCnt="0"/>
      <dgm:spPr/>
    </dgm:pt>
    <dgm:pt modelId="{9FB8AB80-2DCD-4CF0-997D-24F34EB1FC3B}" type="pres">
      <dgm:prSet presAssocID="{E53F5A08-F5D4-4A77-991C-774BD18103D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2EAD702-63D3-4B44-ADDE-70B2554A33BA}" type="presOf" srcId="{FBE3F37B-4461-4AF9-A4A1-04A28464B261}" destId="{A78CD322-D88C-4381-BB40-193840BFF55F}" srcOrd="0" destOrd="0" presId="urn:microsoft.com/office/officeart/2018/2/layout/IconVerticalSolidList"/>
    <dgm:cxn modelId="{FF1FC208-662F-42ED-BE42-F6D2D5E913E0}" type="presOf" srcId="{9FAA19B7-FA19-4F5A-848C-510DBE4BE8D8}" destId="{5CEABC86-0525-4F2F-8151-8E90A9CF9134}" srcOrd="0" destOrd="0" presId="urn:microsoft.com/office/officeart/2018/2/layout/IconVerticalSolidList"/>
    <dgm:cxn modelId="{D2492F35-0A75-47EA-9202-6B5CCFEE05A7}" srcId="{9FAA19B7-FA19-4F5A-848C-510DBE4BE8D8}" destId="{E53F5A08-F5D4-4A77-991C-774BD18103D2}" srcOrd="3" destOrd="0" parTransId="{EF499CE1-B27B-4455-9ABC-D10E71BE015F}" sibTransId="{6D5B4B93-A559-4D74-9178-A19402B4ACF8}"/>
    <dgm:cxn modelId="{D086DD4C-40DA-4C4A-9633-1876990BE24A}" srcId="{9FAA19B7-FA19-4F5A-848C-510DBE4BE8D8}" destId="{FBE3F37B-4461-4AF9-A4A1-04A28464B261}" srcOrd="2" destOrd="0" parTransId="{8FBE92C5-5921-4046-88BE-FF894E94F1DB}" sibTransId="{C7E4C901-51B2-4C1B-B3F5-F6D07B850CA7}"/>
    <dgm:cxn modelId="{CDB5A365-FE02-4BF5-9242-49EECC995E50}" type="presOf" srcId="{E53F5A08-F5D4-4A77-991C-774BD18103D2}" destId="{9FB8AB80-2DCD-4CF0-997D-24F34EB1FC3B}" srcOrd="0" destOrd="0" presId="urn:microsoft.com/office/officeart/2018/2/layout/IconVerticalSolidList"/>
    <dgm:cxn modelId="{5EB14FC1-4E16-484F-A59D-FA93762F904D}" srcId="{9FAA19B7-FA19-4F5A-848C-510DBE4BE8D8}" destId="{E5319486-6243-4BF0-A276-FB50A481D9DF}" srcOrd="1" destOrd="0" parTransId="{AE8DAB46-8FF2-4508-8283-A8045594A865}" sibTransId="{046ABFDA-2729-45E2-A853-C54962A9C149}"/>
    <dgm:cxn modelId="{112659CB-361A-42E7-9013-C7388EF6647D}" type="presOf" srcId="{E5319486-6243-4BF0-A276-FB50A481D9DF}" destId="{C95840EA-B6BD-4643-81A5-517FAC60086E}" srcOrd="0" destOrd="0" presId="urn:microsoft.com/office/officeart/2018/2/layout/IconVerticalSolidList"/>
    <dgm:cxn modelId="{5CFB77F9-4381-424C-BFCC-5BBBFACA4A2C}" type="presOf" srcId="{12CF6A9F-0AA7-478C-A4AB-405BF37FD613}" destId="{82559CAC-9BFC-4670-83CD-D302B95DF620}" srcOrd="0" destOrd="0" presId="urn:microsoft.com/office/officeart/2018/2/layout/IconVerticalSolidList"/>
    <dgm:cxn modelId="{FE0670FA-498E-4933-B1EC-F5E38DBCF570}" srcId="{9FAA19B7-FA19-4F5A-848C-510DBE4BE8D8}" destId="{12CF6A9F-0AA7-478C-A4AB-405BF37FD613}" srcOrd="0" destOrd="0" parTransId="{62A0FEA5-88EE-45B6-8FBA-9CDE3691A435}" sibTransId="{6DD12BE8-2BA3-4980-9C02-60438A4EF73F}"/>
    <dgm:cxn modelId="{578324C5-088D-42F8-AAE2-4A1EE232B3BA}" type="presParOf" srcId="{5CEABC86-0525-4F2F-8151-8E90A9CF9134}" destId="{623DBEAB-2DB5-4234-87A7-7C9078ECE838}" srcOrd="0" destOrd="0" presId="urn:microsoft.com/office/officeart/2018/2/layout/IconVerticalSolidList"/>
    <dgm:cxn modelId="{2B4CEDA1-C5F4-4E90-907F-1A1224C81613}" type="presParOf" srcId="{623DBEAB-2DB5-4234-87A7-7C9078ECE838}" destId="{5B339672-DB0A-4589-B7E4-AD2DCE192D29}" srcOrd="0" destOrd="0" presId="urn:microsoft.com/office/officeart/2018/2/layout/IconVerticalSolidList"/>
    <dgm:cxn modelId="{FEF8C893-7641-4644-B1C5-984E4CF01B1F}" type="presParOf" srcId="{623DBEAB-2DB5-4234-87A7-7C9078ECE838}" destId="{F320B6E3-39D6-4F44-8883-C7B7DDCA5B63}" srcOrd="1" destOrd="0" presId="urn:microsoft.com/office/officeart/2018/2/layout/IconVerticalSolidList"/>
    <dgm:cxn modelId="{D62AF8F0-1487-481A-B88D-0E6CE6085923}" type="presParOf" srcId="{623DBEAB-2DB5-4234-87A7-7C9078ECE838}" destId="{FCC4500E-204D-4F4C-A21B-217BCFB439E2}" srcOrd="2" destOrd="0" presId="urn:microsoft.com/office/officeart/2018/2/layout/IconVerticalSolidList"/>
    <dgm:cxn modelId="{91DA802A-14DC-4D81-819A-8768ACE37E16}" type="presParOf" srcId="{623DBEAB-2DB5-4234-87A7-7C9078ECE838}" destId="{82559CAC-9BFC-4670-83CD-D302B95DF620}" srcOrd="3" destOrd="0" presId="urn:microsoft.com/office/officeart/2018/2/layout/IconVerticalSolidList"/>
    <dgm:cxn modelId="{19FE88CE-3D83-48CA-8728-4A40C1F2D8DF}" type="presParOf" srcId="{5CEABC86-0525-4F2F-8151-8E90A9CF9134}" destId="{24075F1E-C7DA-4632-AD54-542D28E7F799}" srcOrd="1" destOrd="0" presId="urn:microsoft.com/office/officeart/2018/2/layout/IconVerticalSolidList"/>
    <dgm:cxn modelId="{2559525B-C431-4965-BC10-2AF741F15EF0}" type="presParOf" srcId="{5CEABC86-0525-4F2F-8151-8E90A9CF9134}" destId="{43E926B7-51AC-40FF-8F47-A057BDD92C74}" srcOrd="2" destOrd="0" presId="urn:microsoft.com/office/officeart/2018/2/layout/IconVerticalSolidList"/>
    <dgm:cxn modelId="{FAFC5D96-D408-42B3-AA1F-3BD9369FFA6A}" type="presParOf" srcId="{43E926B7-51AC-40FF-8F47-A057BDD92C74}" destId="{8FE9B806-8F3C-4F82-A8B5-85C503F4B481}" srcOrd="0" destOrd="0" presId="urn:microsoft.com/office/officeart/2018/2/layout/IconVerticalSolidList"/>
    <dgm:cxn modelId="{BB747550-9F42-4F59-89FD-C268E25DD31A}" type="presParOf" srcId="{43E926B7-51AC-40FF-8F47-A057BDD92C74}" destId="{3AFFEC01-7A8B-49D3-8897-3B8BC3CE6F90}" srcOrd="1" destOrd="0" presId="urn:microsoft.com/office/officeart/2018/2/layout/IconVerticalSolidList"/>
    <dgm:cxn modelId="{A6BADEF1-801A-4162-80D6-2A97D67B9387}" type="presParOf" srcId="{43E926B7-51AC-40FF-8F47-A057BDD92C74}" destId="{C1E10D28-95CB-41E1-A67C-CA30CC537E62}" srcOrd="2" destOrd="0" presId="urn:microsoft.com/office/officeart/2018/2/layout/IconVerticalSolidList"/>
    <dgm:cxn modelId="{58CA88E2-6FC1-4543-B23B-834316A905E4}" type="presParOf" srcId="{43E926B7-51AC-40FF-8F47-A057BDD92C74}" destId="{C95840EA-B6BD-4643-81A5-517FAC60086E}" srcOrd="3" destOrd="0" presId="urn:microsoft.com/office/officeart/2018/2/layout/IconVerticalSolidList"/>
    <dgm:cxn modelId="{7048207F-7598-4D1D-8D61-F3AE53E78BE3}" type="presParOf" srcId="{5CEABC86-0525-4F2F-8151-8E90A9CF9134}" destId="{7A6C7673-8EA8-4F17-A252-E86765A1B11E}" srcOrd="3" destOrd="0" presId="urn:microsoft.com/office/officeart/2018/2/layout/IconVerticalSolidList"/>
    <dgm:cxn modelId="{EF7EDCBB-2793-46CB-8F49-D613F311A2A3}" type="presParOf" srcId="{5CEABC86-0525-4F2F-8151-8E90A9CF9134}" destId="{87922144-017C-4FEE-8635-444B50F5711B}" srcOrd="4" destOrd="0" presId="urn:microsoft.com/office/officeart/2018/2/layout/IconVerticalSolidList"/>
    <dgm:cxn modelId="{66DF565D-F6E3-480A-ABAC-4DCAE4201982}" type="presParOf" srcId="{87922144-017C-4FEE-8635-444B50F5711B}" destId="{C7FBDE73-AE4B-4445-BD63-D686D6587E7F}" srcOrd="0" destOrd="0" presId="urn:microsoft.com/office/officeart/2018/2/layout/IconVerticalSolidList"/>
    <dgm:cxn modelId="{CECAAA1F-16B8-4EA8-B4EB-E4F0841C107B}" type="presParOf" srcId="{87922144-017C-4FEE-8635-444B50F5711B}" destId="{2178C42C-77CC-471E-95AF-F788351EAB8A}" srcOrd="1" destOrd="0" presId="urn:microsoft.com/office/officeart/2018/2/layout/IconVerticalSolidList"/>
    <dgm:cxn modelId="{5462E162-B38D-4DF2-A335-B54A89CBAAAA}" type="presParOf" srcId="{87922144-017C-4FEE-8635-444B50F5711B}" destId="{EF01E2E5-F0D9-4BA4-B4F8-7AB505FA740C}" srcOrd="2" destOrd="0" presId="urn:microsoft.com/office/officeart/2018/2/layout/IconVerticalSolidList"/>
    <dgm:cxn modelId="{A7BE2F5C-F9A1-45BA-AE29-401FBF45F368}" type="presParOf" srcId="{87922144-017C-4FEE-8635-444B50F5711B}" destId="{A78CD322-D88C-4381-BB40-193840BFF55F}" srcOrd="3" destOrd="0" presId="urn:microsoft.com/office/officeart/2018/2/layout/IconVerticalSolidList"/>
    <dgm:cxn modelId="{45C5E8AF-8AD2-4864-9840-8293723A9874}" type="presParOf" srcId="{5CEABC86-0525-4F2F-8151-8E90A9CF9134}" destId="{46386163-18C3-4B86-A727-ADBEFBCCFBD7}" srcOrd="5" destOrd="0" presId="urn:microsoft.com/office/officeart/2018/2/layout/IconVerticalSolidList"/>
    <dgm:cxn modelId="{09EF2454-ECE6-4086-B63D-564E4564241D}" type="presParOf" srcId="{5CEABC86-0525-4F2F-8151-8E90A9CF9134}" destId="{08D358D3-428D-4DDC-9D4D-C774EF415CDC}" srcOrd="6" destOrd="0" presId="urn:microsoft.com/office/officeart/2018/2/layout/IconVerticalSolidList"/>
    <dgm:cxn modelId="{1726A0F0-A53B-41EF-BE51-0F0C0255F361}" type="presParOf" srcId="{08D358D3-428D-4DDC-9D4D-C774EF415CDC}" destId="{B3E4E323-4357-4DB2-87C3-FCC435E8B6CB}" srcOrd="0" destOrd="0" presId="urn:microsoft.com/office/officeart/2018/2/layout/IconVerticalSolidList"/>
    <dgm:cxn modelId="{C9C70B31-E829-45D4-A26B-559446C5600A}" type="presParOf" srcId="{08D358D3-428D-4DDC-9D4D-C774EF415CDC}" destId="{1F28FE52-BC75-41EA-928C-83D62721F044}" srcOrd="1" destOrd="0" presId="urn:microsoft.com/office/officeart/2018/2/layout/IconVerticalSolidList"/>
    <dgm:cxn modelId="{BEFE93EC-6818-4177-86DE-9CF8BA63B19E}" type="presParOf" srcId="{08D358D3-428D-4DDC-9D4D-C774EF415CDC}" destId="{0107EF71-432D-4494-8131-6CA3860D9CA4}" srcOrd="2" destOrd="0" presId="urn:microsoft.com/office/officeart/2018/2/layout/IconVerticalSolidList"/>
    <dgm:cxn modelId="{6951CD21-CAC5-43CF-9BE8-7F32D108E9CD}" type="presParOf" srcId="{08D358D3-428D-4DDC-9D4D-C774EF415CDC}" destId="{9FB8AB80-2DCD-4CF0-997D-24F34EB1FC3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DC1F02-1A2B-5A42-AA2B-24EBCC547D67}">
      <dsp:nvSpPr>
        <dsp:cNvPr id="0" name=""/>
        <dsp:cNvSpPr/>
      </dsp:nvSpPr>
      <dsp:spPr>
        <a:xfrm>
          <a:off x="0" y="3312"/>
          <a:ext cx="10515600" cy="5615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/>
            <a:t>Motivation</a:t>
          </a:r>
          <a:endParaRPr lang="en-US" sz="2400" kern="1200"/>
        </a:p>
      </dsp:txBody>
      <dsp:txXfrm>
        <a:off x="27415" y="30727"/>
        <a:ext cx="10460770" cy="506769"/>
      </dsp:txXfrm>
    </dsp:sp>
    <dsp:sp modelId="{9B250D49-E725-804C-AE56-63E0635EC707}">
      <dsp:nvSpPr>
        <dsp:cNvPr id="0" name=""/>
        <dsp:cNvSpPr/>
      </dsp:nvSpPr>
      <dsp:spPr>
        <a:xfrm>
          <a:off x="0" y="634032"/>
          <a:ext cx="10515600" cy="5615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/>
            <a:t>Adapted MIA Pipeline</a:t>
          </a:r>
          <a:endParaRPr lang="en-US" sz="2400" kern="1200"/>
        </a:p>
      </dsp:txBody>
      <dsp:txXfrm>
        <a:off x="27415" y="661447"/>
        <a:ext cx="10460770" cy="506769"/>
      </dsp:txXfrm>
    </dsp:sp>
    <dsp:sp modelId="{C9AEAE76-565B-3345-BF26-82921FE7BF51}">
      <dsp:nvSpPr>
        <dsp:cNvPr id="0" name=""/>
        <dsp:cNvSpPr/>
      </dsp:nvSpPr>
      <dsp:spPr>
        <a:xfrm>
          <a:off x="0" y="1264752"/>
          <a:ext cx="10515600" cy="5615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/>
            <a:t>Data Processing Workflow</a:t>
          </a:r>
          <a:endParaRPr lang="en-US" sz="2400" kern="1200"/>
        </a:p>
      </dsp:txBody>
      <dsp:txXfrm>
        <a:off x="27415" y="1292167"/>
        <a:ext cx="10460770" cy="506769"/>
      </dsp:txXfrm>
    </dsp:sp>
    <dsp:sp modelId="{CEA64C10-A5A6-A74B-A4D9-31D088351B94}">
      <dsp:nvSpPr>
        <dsp:cNvPr id="0" name=""/>
        <dsp:cNvSpPr/>
      </dsp:nvSpPr>
      <dsp:spPr>
        <a:xfrm>
          <a:off x="0" y="1895472"/>
          <a:ext cx="10515600" cy="5615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/>
            <a:t>Feature extraction and selection</a:t>
          </a:r>
          <a:endParaRPr lang="en-US" sz="2400" kern="1200"/>
        </a:p>
      </dsp:txBody>
      <dsp:txXfrm>
        <a:off x="27415" y="1922887"/>
        <a:ext cx="10460770" cy="506769"/>
      </dsp:txXfrm>
    </dsp:sp>
    <dsp:sp modelId="{23E4FC5F-0692-DE49-8426-5C78D549472E}">
      <dsp:nvSpPr>
        <dsp:cNvPr id="0" name=""/>
        <dsp:cNvSpPr/>
      </dsp:nvSpPr>
      <dsp:spPr>
        <a:xfrm>
          <a:off x="0" y="2526192"/>
          <a:ext cx="10515600" cy="5615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/>
            <a:t>Experiments and Results</a:t>
          </a:r>
          <a:endParaRPr lang="en-US" sz="2400" kern="1200"/>
        </a:p>
      </dsp:txBody>
      <dsp:txXfrm>
        <a:off x="27415" y="2553607"/>
        <a:ext cx="10460770" cy="506769"/>
      </dsp:txXfrm>
    </dsp:sp>
    <dsp:sp modelId="{662B2DBE-0310-2041-98EA-8D24919855C8}">
      <dsp:nvSpPr>
        <dsp:cNvPr id="0" name=""/>
        <dsp:cNvSpPr/>
      </dsp:nvSpPr>
      <dsp:spPr>
        <a:xfrm>
          <a:off x="0" y="3156911"/>
          <a:ext cx="10515600" cy="5615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/>
            <a:t>Conclusion</a:t>
          </a:r>
          <a:endParaRPr lang="en-US" sz="2400" kern="1200"/>
        </a:p>
      </dsp:txBody>
      <dsp:txXfrm>
        <a:off x="27415" y="3184326"/>
        <a:ext cx="10460770" cy="506769"/>
      </dsp:txXfrm>
    </dsp:sp>
    <dsp:sp modelId="{740FAA51-6FBF-B44E-8BD9-C5965113ED1C}">
      <dsp:nvSpPr>
        <dsp:cNvPr id="0" name=""/>
        <dsp:cNvSpPr/>
      </dsp:nvSpPr>
      <dsp:spPr>
        <a:xfrm>
          <a:off x="0" y="3787631"/>
          <a:ext cx="10515600" cy="5615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/>
            <a:t>Outlook</a:t>
          </a:r>
          <a:endParaRPr lang="en-US" sz="2400" kern="1200"/>
        </a:p>
      </dsp:txBody>
      <dsp:txXfrm>
        <a:off x="27415" y="3815046"/>
        <a:ext cx="10460770" cy="5067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71812C-2C05-3845-B9C5-21AAAE30B1AD}">
      <dsp:nvSpPr>
        <dsp:cNvPr id="0" name=""/>
        <dsp:cNvSpPr/>
      </dsp:nvSpPr>
      <dsp:spPr>
        <a:xfrm>
          <a:off x="0" y="1081170"/>
          <a:ext cx="2957512" cy="18780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FA4BF51-9F08-0A42-9FAE-E3876BE16F31}">
      <dsp:nvSpPr>
        <dsp:cNvPr id="0" name=""/>
        <dsp:cNvSpPr/>
      </dsp:nvSpPr>
      <dsp:spPr>
        <a:xfrm>
          <a:off x="328612" y="139335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/>
            <a:t>Decision forest feature importance (model-based)</a:t>
          </a:r>
          <a:endParaRPr lang="en-US" sz="2400" kern="1200"/>
        </a:p>
      </dsp:txBody>
      <dsp:txXfrm>
        <a:off x="383617" y="1448357"/>
        <a:ext cx="2847502" cy="1768010"/>
      </dsp:txXfrm>
    </dsp:sp>
    <dsp:sp modelId="{A0D03B96-52A8-6743-8FBE-22EE1306C443}">
      <dsp:nvSpPr>
        <dsp:cNvPr id="0" name=""/>
        <dsp:cNvSpPr/>
      </dsp:nvSpPr>
      <dsp:spPr>
        <a:xfrm>
          <a:off x="3614737" y="1081170"/>
          <a:ext cx="2957512" cy="18780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2865878-5CF6-CE40-B23C-045EA0BBE58C}">
      <dsp:nvSpPr>
        <dsp:cNvPr id="0" name=""/>
        <dsp:cNvSpPr/>
      </dsp:nvSpPr>
      <dsp:spPr>
        <a:xfrm>
          <a:off x="3943350" y="139335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/>
            <a:t>Principal Component Analysis (projection-based)</a:t>
          </a:r>
          <a:endParaRPr lang="en-US" sz="2400" kern="1200"/>
        </a:p>
      </dsp:txBody>
      <dsp:txXfrm>
        <a:off x="3998355" y="1448357"/>
        <a:ext cx="2847502" cy="1768010"/>
      </dsp:txXfrm>
    </dsp:sp>
    <dsp:sp modelId="{D058493F-12EC-214A-8460-804CBE6C1838}">
      <dsp:nvSpPr>
        <dsp:cNvPr id="0" name=""/>
        <dsp:cNvSpPr/>
      </dsp:nvSpPr>
      <dsp:spPr>
        <a:xfrm>
          <a:off x="7229475" y="1081170"/>
          <a:ext cx="2957512" cy="18780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5C5CB77-ED04-CE49-9E9C-E62405891CAB}">
      <dsp:nvSpPr>
        <dsp:cNvPr id="0" name=""/>
        <dsp:cNvSpPr/>
      </dsp:nvSpPr>
      <dsp:spPr>
        <a:xfrm>
          <a:off x="7558087" y="139335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/>
            <a:t>Mutual Information based Feature Selection (information-theoretic)</a:t>
          </a:r>
          <a:endParaRPr lang="en-US" sz="2400" kern="1200"/>
        </a:p>
      </dsp:txBody>
      <dsp:txXfrm>
        <a:off x="7613092" y="1448357"/>
        <a:ext cx="2847502" cy="17680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339672-DB0A-4589-B7E4-AD2DCE192D29}">
      <dsp:nvSpPr>
        <dsp:cNvPr id="0" name=""/>
        <dsp:cNvSpPr/>
      </dsp:nvSpPr>
      <dsp:spPr>
        <a:xfrm>
          <a:off x="0" y="1806"/>
          <a:ext cx="10515600" cy="9155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20B6E3-39D6-4F44-8883-C7B7DDCA5B63}">
      <dsp:nvSpPr>
        <dsp:cNvPr id="0" name=""/>
        <dsp:cNvSpPr/>
      </dsp:nvSpPr>
      <dsp:spPr>
        <a:xfrm>
          <a:off x="276958" y="207808"/>
          <a:ext cx="503560" cy="5035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559CAC-9BFC-4670-83CD-D302B95DF620}">
      <dsp:nvSpPr>
        <dsp:cNvPr id="0" name=""/>
        <dsp:cNvSpPr/>
      </dsp:nvSpPr>
      <dsp:spPr>
        <a:xfrm>
          <a:off x="1057476" y="1806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Experiment and Results - Radiomic features</a:t>
          </a:r>
          <a:endParaRPr lang="en-US" sz="2200" kern="1200" dirty="0"/>
        </a:p>
      </dsp:txBody>
      <dsp:txXfrm>
        <a:off x="1057476" y="1806"/>
        <a:ext cx="9458123" cy="915564"/>
      </dsp:txXfrm>
    </dsp:sp>
    <dsp:sp modelId="{8FE9B806-8F3C-4F82-A8B5-85C503F4B481}">
      <dsp:nvSpPr>
        <dsp:cNvPr id="0" name=""/>
        <dsp:cNvSpPr/>
      </dsp:nvSpPr>
      <dsp:spPr>
        <a:xfrm>
          <a:off x="0" y="1146262"/>
          <a:ext cx="10515600" cy="9155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FFEC01-7A8B-49D3-8897-3B8BC3CE6F90}">
      <dsp:nvSpPr>
        <dsp:cNvPr id="0" name=""/>
        <dsp:cNvSpPr/>
      </dsp:nvSpPr>
      <dsp:spPr>
        <a:xfrm>
          <a:off x="276958" y="1352264"/>
          <a:ext cx="503560" cy="5035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5840EA-B6BD-4643-81A5-517FAC60086E}">
      <dsp:nvSpPr>
        <dsp:cNvPr id="0" name=""/>
        <dsp:cNvSpPr/>
      </dsp:nvSpPr>
      <dsp:spPr>
        <a:xfrm>
          <a:off x="1057476" y="1146262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Experiment and Results - Selected radiomic features</a:t>
          </a:r>
          <a:endParaRPr lang="en-US" sz="2200" kern="1200" dirty="0"/>
        </a:p>
      </dsp:txBody>
      <dsp:txXfrm>
        <a:off x="1057476" y="1146262"/>
        <a:ext cx="9458123" cy="915564"/>
      </dsp:txXfrm>
    </dsp:sp>
    <dsp:sp modelId="{C7FBDE73-AE4B-4445-BD63-D686D6587E7F}">
      <dsp:nvSpPr>
        <dsp:cNvPr id="0" name=""/>
        <dsp:cNvSpPr/>
      </dsp:nvSpPr>
      <dsp:spPr>
        <a:xfrm>
          <a:off x="0" y="2290717"/>
          <a:ext cx="10515600" cy="9155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78C42C-77CC-471E-95AF-F788351EAB8A}">
      <dsp:nvSpPr>
        <dsp:cNvPr id="0" name=""/>
        <dsp:cNvSpPr/>
      </dsp:nvSpPr>
      <dsp:spPr>
        <a:xfrm>
          <a:off x="276958" y="2496719"/>
          <a:ext cx="503560" cy="5035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8CD322-D88C-4381-BB40-193840BFF55F}">
      <dsp:nvSpPr>
        <dsp:cNvPr id="0" name=""/>
        <dsp:cNvSpPr/>
      </dsp:nvSpPr>
      <dsp:spPr>
        <a:xfrm>
          <a:off x="1057476" y="2290717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Conclusion</a:t>
          </a:r>
          <a:endParaRPr lang="en-US" sz="2200" kern="1200"/>
        </a:p>
      </dsp:txBody>
      <dsp:txXfrm>
        <a:off x="1057476" y="2290717"/>
        <a:ext cx="9458123" cy="915564"/>
      </dsp:txXfrm>
    </dsp:sp>
    <dsp:sp modelId="{B3E4E323-4357-4DB2-87C3-FCC435E8B6CB}">
      <dsp:nvSpPr>
        <dsp:cNvPr id="0" name=""/>
        <dsp:cNvSpPr/>
      </dsp:nvSpPr>
      <dsp:spPr>
        <a:xfrm>
          <a:off x="0" y="3435173"/>
          <a:ext cx="10515600" cy="9155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28FE52-BC75-41EA-928C-83D62721F044}">
      <dsp:nvSpPr>
        <dsp:cNvPr id="0" name=""/>
        <dsp:cNvSpPr/>
      </dsp:nvSpPr>
      <dsp:spPr>
        <a:xfrm>
          <a:off x="276958" y="3641175"/>
          <a:ext cx="503560" cy="5035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8AB80-2DCD-4CF0-997D-24F34EB1FC3B}">
      <dsp:nvSpPr>
        <dsp:cNvPr id="0" name=""/>
        <dsp:cNvSpPr/>
      </dsp:nvSpPr>
      <dsp:spPr>
        <a:xfrm>
          <a:off x="1057476" y="3435173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Outlook</a:t>
          </a:r>
          <a:endParaRPr lang="en-US" sz="2200" kern="1200"/>
        </a:p>
      </dsp:txBody>
      <dsp:txXfrm>
        <a:off x="1057476" y="3435173"/>
        <a:ext cx="9458123" cy="9155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13313726f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3a13313726f_0_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g3a13313726f_0_1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13313726f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3a13313726f_0_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g3a13313726f_0_1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0A14D0F-17A0-33D9-8702-218A5186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13313726f_0_128:notes">
            <a:extLst>
              <a:ext uri="{FF2B5EF4-FFF2-40B4-BE49-F238E27FC236}">
                <a16:creationId xmlns:a16="http://schemas.microsoft.com/office/drawing/2014/main" id="{825575F9-8ABA-5FF9-82FD-D473D56794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3a13313726f_0_128:notes">
            <a:extLst>
              <a:ext uri="{FF2B5EF4-FFF2-40B4-BE49-F238E27FC236}">
                <a16:creationId xmlns:a16="http://schemas.microsoft.com/office/drawing/2014/main" id="{B95EF03F-FF91-59A2-A24C-20AD844519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g3a13313726f_0_128:notes">
            <a:extLst>
              <a:ext uri="{FF2B5EF4-FFF2-40B4-BE49-F238E27FC236}">
                <a16:creationId xmlns:a16="http://schemas.microsoft.com/office/drawing/2014/main" id="{D262A1D2-5DF7-3DE1-5102-14FB4ADE77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7629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C58FF59C-F4DE-C2F2-4B60-ED23463DA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13313726f_0_128:notes">
            <a:extLst>
              <a:ext uri="{FF2B5EF4-FFF2-40B4-BE49-F238E27FC236}">
                <a16:creationId xmlns:a16="http://schemas.microsoft.com/office/drawing/2014/main" id="{38D58BD7-9A8C-B1E3-5672-5692D62AFE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3a13313726f_0_128:notes">
            <a:extLst>
              <a:ext uri="{FF2B5EF4-FFF2-40B4-BE49-F238E27FC236}">
                <a16:creationId xmlns:a16="http://schemas.microsoft.com/office/drawing/2014/main" id="{B5E3BEF8-02A8-1EA5-AB3C-DB5AFDD0E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g3a13313726f_0_128:notes">
            <a:extLst>
              <a:ext uri="{FF2B5EF4-FFF2-40B4-BE49-F238E27FC236}">
                <a16:creationId xmlns:a16="http://schemas.microsoft.com/office/drawing/2014/main" id="{57AA9777-7559-2A2E-1AEF-EABDE7A2EF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9234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Input data: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T1native (the primary anatomical reference image,  serves as the base image for registration, segmentation and normalization)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T2native (complementary contrast image, improves accuracy when combined with T1)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Labels_native (ground truth segmentation in the subject’s native space)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Brainmasknative (skull-stripping mask)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Affine (affine transformation matrix)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The pipeline: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Input (T1native and T2native provide complementary contrast) → Registration (with affine file, the affine transformation aligns both T1 and T2 to a reference) → Pre-processing (skull stripping with Brainmasknative file, intensity normalization, bias correction) → Feature extraction (radiomic and deep learning features)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→ Classification (using extracted features to classify voxels into 6 different regions) → Post-processing (with labels_native file, remove small artifacts, enforce spatial consistency) → final segmentation labels →Evaluation (Compare the final segmentation to GT) with metrics (Dice coefficient, Hausdorff distance)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1331372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a13313726f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g3a13313726f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13313726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3a13313726f_0_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g3a13313726f_0_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13313726f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3a13313726f_0_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HOGs = Histogram of Oriented Gradients</a:t>
            </a:r>
            <a:endParaRPr/>
          </a:p>
        </p:txBody>
      </p:sp>
      <p:sp>
        <p:nvSpPr>
          <p:cNvPr id="224" name="Google Shape;224;g3a13313726f_0_1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32" name="Google Shape;23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hsd dist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95 in add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maybe 90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seperated pip</a:t>
            </a:r>
            <a:endParaRPr/>
          </a:p>
        </p:txBody>
      </p:sp>
      <p:sp>
        <p:nvSpPr>
          <p:cNvPr id="260" name="Google Shape;26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13313726f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3a13313726f_0_1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g3a13313726f_0_1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" name="Google Shape;15;p18" descr="A picture containing text&#10;&#10;Description automatically generated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906000" y="-144462"/>
            <a:ext cx="2286000" cy="17907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sym13030435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109/TPAMI.2005.159" TargetMode="External"/><Relationship Id="rId4" Type="http://schemas.openxmlformats.org/officeDocument/2006/relationships/hyperlink" Target="https://doi.org/10.1016/j.jneumeth.2016.06.01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/>
              <a:t>MIA Lab</a:t>
            </a:r>
            <a:br>
              <a:rPr lang="en-GB"/>
            </a:br>
            <a:r>
              <a:rPr lang="en-GB"/>
              <a:t>Final Presentation: </a:t>
            </a:r>
            <a:br>
              <a:rPr lang="en-GB"/>
            </a:br>
            <a:r>
              <a:rPr lang="en-GB"/>
              <a:t>Hypothesis 6</a:t>
            </a:r>
            <a:endParaRPr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705825" y="39858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3200"/>
              <a:t>Group 6: Abdelrahman Faqieh, Alexander Aeschbacher, Zejun Yan</a:t>
            </a:r>
            <a:endParaRPr sz="3200"/>
          </a:p>
        </p:txBody>
      </p:sp>
      <p:sp>
        <p:nvSpPr>
          <p:cNvPr id="92" name="Google Shape;9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ctrTitle"/>
          </p:nvPr>
        </p:nvSpPr>
        <p:spPr>
          <a:xfrm>
            <a:off x="1035425" y="882875"/>
            <a:ext cx="9899100" cy="15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5400"/>
              <a:buFont typeface="Open Sans"/>
              <a:buNone/>
            </a:pPr>
            <a:r>
              <a:rPr lang="en-GB" sz="4700" b="1">
                <a:solidFill>
                  <a:srgbClr val="1E1E1E"/>
                </a:solidFill>
                <a:latin typeface="Open Sans"/>
                <a:ea typeface="Open Sans"/>
                <a:cs typeface="Open Sans"/>
                <a:sym typeface="Open Sans"/>
              </a:rPr>
              <a:t>Feature extraction and selection </a:t>
            </a:r>
            <a:endParaRPr sz="4700"/>
          </a:p>
        </p:txBody>
      </p:sp>
      <p:sp>
        <p:nvSpPr>
          <p:cNvPr id="99" name="Google Shape;99;p2"/>
          <p:cNvSpPr txBox="1">
            <a:spLocks noGrp="1"/>
          </p:cNvSpPr>
          <p:nvPr>
            <p:ph type="subTitle" idx="1"/>
          </p:nvPr>
        </p:nvSpPr>
        <p:spPr>
          <a:xfrm>
            <a:off x="1524000" y="2925359"/>
            <a:ext cx="9727500" cy="28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800" b="1" i="1" dirty="0"/>
              <a:t>Hypothesis: The segmentation becomes more accurate with a large amount of features. </a:t>
            </a:r>
            <a:endParaRPr sz="2800" b="1" i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i="1" dirty="0"/>
          </a:p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 i="1" dirty="0"/>
              <a:t>What types of features are useful? Radiomics and/or Deep-Learning features? </a:t>
            </a:r>
            <a:endParaRPr sz="2800" i="1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800" i="1" dirty="0"/>
          </a:p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 i="1" dirty="0"/>
              <a:t>All or sub-set of features improve segmentation performance?</a:t>
            </a:r>
            <a:endParaRPr sz="2800" i="1" dirty="0"/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13313726f_0_1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Outline</a:t>
            </a:r>
            <a:endParaRPr lang="en-US"/>
          </a:p>
        </p:txBody>
      </p:sp>
      <p:sp>
        <p:nvSpPr>
          <p:cNvPr id="107" name="Google Shape;107;g3a13313726f_0_1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GB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110" name="Google Shape;108;g3a13313726f_0_121">
            <a:extLst>
              <a:ext uri="{FF2B5EF4-FFF2-40B4-BE49-F238E27FC236}">
                <a16:creationId xmlns:a16="http://schemas.microsoft.com/office/drawing/2014/main" id="{7444ECF1-337F-50A4-B662-380F4EC821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0982972"/>
              </p:ext>
            </p:extLst>
          </p:nvPr>
        </p:nvGraphicFramePr>
        <p:xfrm>
          <a:off x="838200" y="1881188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13313726f_0_1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Motivation</a:t>
            </a:r>
            <a:endParaRPr/>
          </a:p>
        </p:txBody>
      </p:sp>
      <p:sp>
        <p:nvSpPr>
          <p:cNvPr id="115" name="Google Shape;115;g3a13313726f_0_1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116" name="Google Shape;116;g3a13313726f_0_128"/>
          <p:cNvSpPr txBox="1"/>
          <p:nvPr/>
        </p:nvSpPr>
        <p:spPr>
          <a:xfrm>
            <a:off x="643900" y="1886725"/>
            <a:ext cx="11095500" cy="350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1800"/>
              <a:buFont typeface="Arial"/>
              <a:buChar char="❖"/>
            </a:pPr>
            <a:r>
              <a:rPr lang="en-GB" sz="1800" b="0" i="0" u="none" strike="noStrike" cap="none" dirty="0">
                <a:solidFill>
                  <a:srgbClr val="1A1D22"/>
                </a:solidFill>
                <a:highlight>
                  <a:srgbClr val="F8FAFE"/>
                </a:highlight>
                <a:latin typeface="Arial"/>
                <a:ea typeface="Arial"/>
                <a:cs typeface="Arial"/>
                <a:sym typeface="Arial"/>
              </a:rPr>
              <a:t>There is an unmet clinical need: performing the segmentation task manually is time-consuming, user-dependent, and costly</a:t>
            </a:r>
            <a:endParaRPr sz="1800" b="0" i="0" u="none" strike="noStrike" cap="none" dirty="0">
              <a:solidFill>
                <a:srgbClr val="1A1D22"/>
              </a:solidFill>
              <a:highlight>
                <a:srgbClr val="F8FAFE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1A1D22"/>
              </a:solidFill>
              <a:highlight>
                <a:srgbClr val="F8FAFE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1A1D22"/>
              </a:solidFill>
              <a:highlight>
                <a:srgbClr val="F8FAFE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1800"/>
              <a:buFont typeface="Arial"/>
              <a:buChar char="❖"/>
            </a:pPr>
            <a:r>
              <a:rPr lang="en-GB" sz="1800" b="0" i="0" u="none" strike="noStrike" cap="none" dirty="0">
                <a:solidFill>
                  <a:srgbClr val="1A1D22"/>
                </a:solidFill>
                <a:highlight>
                  <a:srgbClr val="F8FAFE"/>
                </a:highlight>
                <a:latin typeface="Arial"/>
                <a:ea typeface="Arial"/>
                <a:cs typeface="Arial"/>
                <a:sym typeface="Arial"/>
              </a:rPr>
              <a:t>The solution is the medical image segmentation task through an automated machine learning (ML) approach. The pipeline aims to classify each voxel of a brain MR image in one of these classes (Background, Cortical and cerebellar white matter, Cerebral and cerebellar grey matter, Hippocampus, Amygdala and Thalamus)</a:t>
            </a:r>
            <a:endParaRPr sz="1800" b="0" i="0" u="none" strike="noStrike" cap="none" dirty="0">
              <a:solidFill>
                <a:srgbClr val="1A1D22"/>
              </a:solidFill>
              <a:highlight>
                <a:srgbClr val="F8FAFE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1A1D22"/>
              </a:solidFill>
              <a:highlight>
                <a:srgbClr val="F8FAFE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1A1D22"/>
              </a:solidFill>
              <a:highlight>
                <a:srgbClr val="F8FAFE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1800"/>
              <a:buFont typeface="Arial"/>
              <a:buChar char="❖"/>
            </a:pPr>
            <a:r>
              <a:rPr lang="en-GB" sz="1800" b="0" i="0" u="none" strike="noStrike" cap="none" dirty="0">
                <a:solidFill>
                  <a:srgbClr val="1A1D22"/>
                </a:solidFill>
                <a:highlight>
                  <a:srgbClr val="F8FAFE"/>
                </a:highlight>
                <a:latin typeface="Arial"/>
                <a:ea typeface="Arial"/>
                <a:cs typeface="Arial"/>
                <a:sym typeface="Arial"/>
              </a:rPr>
              <a:t>A typical optimization for faster processing is to check if we can reduce the number of features to decrease the model complexity and the computational burden.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994BCCF4-5FCC-FBB5-0A4B-D68F5F30F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13313726f_0_128">
            <a:extLst>
              <a:ext uri="{FF2B5EF4-FFF2-40B4-BE49-F238E27FC236}">
                <a16:creationId xmlns:a16="http://schemas.microsoft.com/office/drawing/2014/main" id="{51B4F9DC-3444-0525-3F4D-86817ECD61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Segmentation in Images</a:t>
            </a:r>
            <a:endParaRPr dirty="0"/>
          </a:p>
        </p:txBody>
      </p:sp>
      <p:sp>
        <p:nvSpPr>
          <p:cNvPr id="115" name="Google Shape;115;g3a13313726f_0_128">
            <a:extLst>
              <a:ext uri="{FF2B5EF4-FFF2-40B4-BE49-F238E27FC236}">
                <a16:creationId xmlns:a16="http://schemas.microsoft.com/office/drawing/2014/main" id="{FDF4F1A9-7015-C6C5-9C6C-746C4C1618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pic>
        <p:nvPicPr>
          <p:cNvPr id="3" name="Picture 2" descr="A diagram of a brain&#10;&#10;AI-generated content may be incorrect.">
            <a:extLst>
              <a:ext uri="{FF2B5EF4-FFF2-40B4-BE49-F238E27FC236}">
                <a16:creationId xmlns:a16="http://schemas.microsoft.com/office/drawing/2014/main" id="{9461FEDD-D18E-CD38-18E2-CDF64022A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495" y="1432788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649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5CBFB50A-D794-A8A4-45DE-AB11752E4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13313726f_0_128">
            <a:extLst>
              <a:ext uri="{FF2B5EF4-FFF2-40B4-BE49-F238E27FC236}">
                <a16:creationId xmlns:a16="http://schemas.microsoft.com/office/drawing/2014/main" id="{091B41BB-BEF8-56D4-DD28-ED4B6055AF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dirty="0"/>
              <a:t>Features in DL vs ML</a:t>
            </a:r>
            <a:endParaRPr dirty="0"/>
          </a:p>
        </p:txBody>
      </p:sp>
      <p:sp>
        <p:nvSpPr>
          <p:cNvPr id="115" name="Google Shape;115;g3a13313726f_0_128">
            <a:extLst>
              <a:ext uri="{FF2B5EF4-FFF2-40B4-BE49-F238E27FC236}">
                <a16:creationId xmlns:a16="http://schemas.microsoft.com/office/drawing/2014/main" id="{B24BE425-8740-10AB-264A-513E02C941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pic>
        <p:nvPicPr>
          <p:cNvPr id="5" name="Picture 4" descr="A diagram of a human brain&#10;&#10;AI-generated content may be incorrect.">
            <a:extLst>
              <a:ext uri="{FF2B5EF4-FFF2-40B4-BE49-F238E27FC236}">
                <a16:creationId xmlns:a16="http://schemas.microsoft.com/office/drawing/2014/main" id="{77385073-189B-8587-DE80-22C80504A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606" y="1432788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660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title"/>
          </p:nvPr>
        </p:nvSpPr>
        <p:spPr>
          <a:xfrm>
            <a:off x="74525" y="2603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Adapted MIA Pipeline </a:t>
            </a:r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sldNum" idx="12"/>
          </p:nvPr>
        </p:nvSpPr>
        <p:spPr>
          <a:xfrm>
            <a:off x="891755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22290" y="2948062"/>
            <a:ext cx="17430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Registration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2523140" y="2948062"/>
            <a:ext cx="17970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Pre-processing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10257524" y="2948062"/>
            <a:ext cx="18417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Random Forest Classification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7541261" y="5817787"/>
            <a:ext cx="18417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Segmentation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10265011" y="5817800"/>
            <a:ext cx="18417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Post-processing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4817511" y="5817787"/>
            <a:ext cx="18417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3"/>
          <p:cNvCxnSpPr>
            <a:endCxn id="125" idx="1"/>
          </p:cNvCxnSpPr>
          <p:nvPr/>
        </p:nvCxnSpPr>
        <p:spPr>
          <a:xfrm>
            <a:off x="1765340" y="3254062"/>
            <a:ext cx="757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" name="Google Shape;131;p3"/>
          <p:cNvCxnSpPr/>
          <p:nvPr/>
        </p:nvCxnSpPr>
        <p:spPr>
          <a:xfrm>
            <a:off x="4357627" y="3254062"/>
            <a:ext cx="757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2" name="Google Shape;132;p3"/>
          <p:cNvCxnSpPr/>
          <p:nvPr/>
        </p:nvCxnSpPr>
        <p:spPr>
          <a:xfrm rot="10800000" flipH="1">
            <a:off x="9876775" y="3227055"/>
            <a:ext cx="3882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3" name="Google Shape;133;p3"/>
          <p:cNvCxnSpPr/>
          <p:nvPr/>
        </p:nvCxnSpPr>
        <p:spPr>
          <a:xfrm flipH="1">
            <a:off x="11215649" y="3650112"/>
            <a:ext cx="3900" cy="213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4" name="Google Shape;134;p3"/>
          <p:cNvCxnSpPr/>
          <p:nvPr/>
        </p:nvCxnSpPr>
        <p:spPr>
          <a:xfrm rot="10800000">
            <a:off x="9382886" y="6121700"/>
            <a:ext cx="857100" cy="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5" name="Google Shape;135;p3"/>
          <p:cNvCxnSpPr/>
          <p:nvPr/>
        </p:nvCxnSpPr>
        <p:spPr>
          <a:xfrm rot="10800000">
            <a:off x="6659211" y="6121700"/>
            <a:ext cx="857100" cy="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6" name="Google Shape;136;p3"/>
          <p:cNvSpPr/>
          <p:nvPr/>
        </p:nvSpPr>
        <p:spPr>
          <a:xfrm>
            <a:off x="7856075" y="1197562"/>
            <a:ext cx="1841700" cy="612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>
                <a:latin typeface="Calibri"/>
                <a:ea typeface="Calibri"/>
                <a:cs typeface="Calibri"/>
                <a:sym typeface="Calibri"/>
              </a:rPr>
              <a:t>First order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3"/>
          <p:cNvCxnSpPr/>
          <p:nvPr/>
        </p:nvCxnSpPr>
        <p:spPr>
          <a:xfrm>
            <a:off x="6910748" y="3193637"/>
            <a:ext cx="689700" cy="1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8" name="Google Shape;138;p3"/>
          <p:cNvSpPr/>
          <p:nvPr/>
        </p:nvSpPr>
        <p:spPr>
          <a:xfrm>
            <a:off x="5082300" y="2649299"/>
            <a:ext cx="1938000" cy="1000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Radiomics)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7856075" y="2265062"/>
            <a:ext cx="1841700" cy="612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>
                <a:latin typeface="Calibri"/>
                <a:ea typeface="Calibri"/>
                <a:cs typeface="Calibri"/>
                <a:sym typeface="Calibri"/>
              </a:rPr>
              <a:t>Shape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7856075" y="3332562"/>
            <a:ext cx="1841700" cy="612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Texture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7856075" y="4505262"/>
            <a:ext cx="1841700" cy="612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High-order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3"/>
          <p:cNvCxnSpPr>
            <a:endCxn id="136" idx="1"/>
          </p:cNvCxnSpPr>
          <p:nvPr/>
        </p:nvCxnSpPr>
        <p:spPr>
          <a:xfrm rot="10800000" flipH="1">
            <a:off x="7657475" y="1503562"/>
            <a:ext cx="1986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Google Shape;143;p3"/>
          <p:cNvCxnSpPr/>
          <p:nvPr/>
        </p:nvCxnSpPr>
        <p:spPr>
          <a:xfrm flipH="1">
            <a:off x="7646975" y="1504062"/>
            <a:ext cx="21000" cy="334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3"/>
          <p:cNvCxnSpPr/>
          <p:nvPr/>
        </p:nvCxnSpPr>
        <p:spPr>
          <a:xfrm rot="10800000" flipH="1">
            <a:off x="7657475" y="4880875"/>
            <a:ext cx="1986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13313726f_0_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Data processing workflow</a:t>
            </a:r>
            <a:endParaRPr/>
          </a:p>
        </p:txBody>
      </p:sp>
      <p:sp>
        <p:nvSpPr>
          <p:cNvPr id="151" name="Google Shape;151;g3a13313726f_0_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sp>
        <p:nvSpPr>
          <p:cNvPr id="152" name="Google Shape;152;g3a13313726f_0_23"/>
          <p:cNvSpPr/>
          <p:nvPr/>
        </p:nvSpPr>
        <p:spPr>
          <a:xfrm>
            <a:off x="127115" y="1772612"/>
            <a:ext cx="17430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Subject 1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a13313726f_0_23"/>
          <p:cNvSpPr/>
          <p:nvPr/>
        </p:nvSpPr>
        <p:spPr>
          <a:xfrm>
            <a:off x="127115" y="2651237"/>
            <a:ext cx="17430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Subject 2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a13313726f_0_23"/>
          <p:cNvSpPr/>
          <p:nvPr/>
        </p:nvSpPr>
        <p:spPr>
          <a:xfrm>
            <a:off x="127115" y="3529862"/>
            <a:ext cx="17430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Subject 3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a13313726f_0_23"/>
          <p:cNvSpPr/>
          <p:nvPr/>
        </p:nvSpPr>
        <p:spPr>
          <a:xfrm>
            <a:off x="127115" y="6190562"/>
            <a:ext cx="17430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Subject 30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a13313726f_0_23"/>
          <p:cNvSpPr/>
          <p:nvPr/>
        </p:nvSpPr>
        <p:spPr>
          <a:xfrm>
            <a:off x="127115" y="5362062"/>
            <a:ext cx="17430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Subject 29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a13313726f_0_23"/>
          <p:cNvSpPr/>
          <p:nvPr/>
        </p:nvSpPr>
        <p:spPr>
          <a:xfrm>
            <a:off x="2633925" y="2874975"/>
            <a:ext cx="2032800" cy="2171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GB" sz="2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MIA </a:t>
            </a:r>
            <a:endParaRPr sz="2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GB" sz="2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sz="2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GB" sz="2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(registration-&gt;</a:t>
            </a:r>
            <a:endParaRPr sz="2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GB" sz="2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pre-processing-&gt;</a:t>
            </a:r>
            <a:endParaRPr sz="2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GB" sz="2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 extraction)</a:t>
            </a:r>
            <a:endParaRPr sz="21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g3a13313726f_0_23"/>
          <p:cNvCxnSpPr/>
          <p:nvPr/>
        </p:nvCxnSpPr>
        <p:spPr>
          <a:xfrm rot="10800000" flipH="1">
            <a:off x="1870115" y="2073812"/>
            <a:ext cx="3162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g3a13313726f_0_23"/>
          <p:cNvCxnSpPr/>
          <p:nvPr/>
        </p:nvCxnSpPr>
        <p:spPr>
          <a:xfrm rot="10800000" flipH="1">
            <a:off x="1870115" y="2954837"/>
            <a:ext cx="3162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g3a13313726f_0_23"/>
          <p:cNvCxnSpPr/>
          <p:nvPr/>
        </p:nvCxnSpPr>
        <p:spPr>
          <a:xfrm rot="10800000" flipH="1">
            <a:off x="1870115" y="3868512"/>
            <a:ext cx="3162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" name="Google Shape;161;g3a13313726f_0_23"/>
          <p:cNvCxnSpPr/>
          <p:nvPr/>
        </p:nvCxnSpPr>
        <p:spPr>
          <a:xfrm rot="10800000" flipH="1">
            <a:off x="1870115" y="5727937"/>
            <a:ext cx="3162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" name="Google Shape;162;g3a13313726f_0_23"/>
          <p:cNvCxnSpPr/>
          <p:nvPr/>
        </p:nvCxnSpPr>
        <p:spPr>
          <a:xfrm rot="10800000" flipH="1">
            <a:off x="1870115" y="6536512"/>
            <a:ext cx="3162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" name="Google Shape;163;g3a13313726f_0_23"/>
          <p:cNvCxnSpPr/>
          <p:nvPr/>
        </p:nvCxnSpPr>
        <p:spPr>
          <a:xfrm>
            <a:off x="2186325" y="2066313"/>
            <a:ext cx="45000" cy="449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" name="Google Shape;164;g3a13313726f_0_23"/>
          <p:cNvSpPr/>
          <p:nvPr/>
        </p:nvSpPr>
        <p:spPr>
          <a:xfrm>
            <a:off x="5430522" y="1755087"/>
            <a:ext cx="17430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Features Subject 1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a13313726f_0_23"/>
          <p:cNvSpPr/>
          <p:nvPr/>
        </p:nvSpPr>
        <p:spPr>
          <a:xfrm>
            <a:off x="5430522" y="2633712"/>
            <a:ext cx="17430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Features Subject 2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a13313726f_0_23"/>
          <p:cNvSpPr/>
          <p:nvPr/>
        </p:nvSpPr>
        <p:spPr>
          <a:xfrm>
            <a:off x="5430522" y="3547387"/>
            <a:ext cx="17430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Features Subject 3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a13313726f_0_23"/>
          <p:cNvSpPr/>
          <p:nvPr/>
        </p:nvSpPr>
        <p:spPr>
          <a:xfrm>
            <a:off x="5430515" y="5274862"/>
            <a:ext cx="17430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Features Subject 29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a13313726f_0_23"/>
          <p:cNvSpPr/>
          <p:nvPr/>
        </p:nvSpPr>
        <p:spPr>
          <a:xfrm>
            <a:off x="5430515" y="6232912"/>
            <a:ext cx="17430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Features Subject 30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a13313726f_0_23"/>
          <p:cNvSpPr/>
          <p:nvPr/>
        </p:nvSpPr>
        <p:spPr>
          <a:xfrm>
            <a:off x="9269075" y="1802550"/>
            <a:ext cx="2380800" cy="2537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a13313726f_0_23"/>
          <p:cNvSpPr/>
          <p:nvPr/>
        </p:nvSpPr>
        <p:spPr>
          <a:xfrm>
            <a:off x="9269075" y="4676275"/>
            <a:ext cx="2380800" cy="21081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g3a13313726f_0_23"/>
          <p:cNvCxnSpPr/>
          <p:nvPr/>
        </p:nvCxnSpPr>
        <p:spPr>
          <a:xfrm rot="10800000" flipH="1">
            <a:off x="7173515" y="2076212"/>
            <a:ext cx="3162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" name="Google Shape;172;g3a13313726f_0_23"/>
          <p:cNvCxnSpPr/>
          <p:nvPr/>
        </p:nvCxnSpPr>
        <p:spPr>
          <a:xfrm rot="10800000" flipH="1">
            <a:off x="7173515" y="2954837"/>
            <a:ext cx="3162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g3a13313726f_0_23"/>
          <p:cNvCxnSpPr/>
          <p:nvPr/>
        </p:nvCxnSpPr>
        <p:spPr>
          <a:xfrm rot="10800000" flipH="1">
            <a:off x="7173515" y="5578462"/>
            <a:ext cx="3162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g3a13313726f_0_23"/>
          <p:cNvCxnSpPr/>
          <p:nvPr/>
        </p:nvCxnSpPr>
        <p:spPr>
          <a:xfrm rot="10800000" flipH="1">
            <a:off x="7173515" y="6606287"/>
            <a:ext cx="3162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g3a13313726f_0_23"/>
          <p:cNvCxnSpPr/>
          <p:nvPr/>
        </p:nvCxnSpPr>
        <p:spPr>
          <a:xfrm>
            <a:off x="7489725" y="2066313"/>
            <a:ext cx="34500" cy="456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6" name="Google Shape;176;g3a13313726f_0_23"/>
          <p:cNvCxnSpPr/>
          <p:nvPr/>
        </p:nvCxnSpPr>
        <p:spPr>
          <a:xfrm rot="10800000" flipH="1">
            <a:off x="7524225" y="4402275"/>
            <a:ext cx="1699500" cy="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7" name="Google Shape;177;g3a13313726f_0_23"/>
          <p:cNvSpPr txBox="1"/>
          <p:nvPr/>
        </p:nvSpPr>
        <p:spPr>
          <a:xfrm>
            <a:off x="7357575" y="3473377"/>
            <a:ext cx="20328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GB" sz="2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 </a:t>
            </a:r>
            <a:endParaRPr sz="2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GB" sz="2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subject</a:t>
            </a:r>
            <a:endParaRPr sz="2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g3a13313726f_0_23"/>
          <p:cNvCxnSpPr/>
          <p:nvPr/>
        </p:nvCxnSpPr>
        <p:spPr>
          <a:xfrm>
            <a:off x="2211375" y="3869850"/>
            <a:ext cx="4041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9" name="Google Shape;179;g3a13313726f_0_23"/>
          <p:cNvCxnSpPr/>
          <p:nvPr/>
        </p:nvCxnSpPr>
        <p:spPr>
          <a:xfrm>
            <a:off x="4658475" y="3918725"/>
            <a:ext cx="4041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g3a13313726f_0_23"/>
          <p:cNvCxnSpPr/>
          <p:nvPr/>
        </p:nvCxnSpPr>
        <p:spPr>
          <a:xfrm rot="10800000" flipH="1">
            <a:off x="5099690" y="2058687"/>
            <a:ext cx="3162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1" name="Google Shape;181;g3a13313726f_0_23"/>
          <p:cNvCxnSpPr/>
          <p:nvPr/>
        </p:nvCxnSpPr>
        <p:spPr>
          <a:xfrm rot="10800000" flipH="1">
            <a:off x="5099690" y="2937312"/>
            <a:ext cx="3162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2" name="Google Shape;182;g3a13313726f_0_23"/>
          <p:cNvCxnSpPr/>
          <p:nvPr/>
        </p:nvCxnSpPr>
        <p:spPr>
          <a:xfrm rot="10800000" flipH="1">
            <a:off x="5099690" y="3917387"/>
            <a:ext cx="3162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3" name="Google Shape;183;g3a13313726f_0_23"/>
          <p:cNvCxnSpPr/>
          <p:nvPr/>
        </p:nvCxnSpPr>
        <p:spPr>
          <a:xfrm rot="10800000" flipH="1">
            <a:off x="5099690" y="5578462"/>
            <a:ext cx="3162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" name="Google Shape;184;g3a13313726f_0_23"/>
          <p:cNvCxnSpPr/>
          <p:nvPr/>
        </p:nvCxnSpPr>
        <p:spPr>
          <a:xfrm rot="10800000" flipH="1">
            <a:off x="5104713" y="6606287"/>
            <a:ext cx="3162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5" name="Google Shape;185;g3a13313726f_0_23"/>
          <p:cNvCxnSpPr/>
          <p:nvPr/>
        </p:nvCxnSpPr>
        <p:spPr>
          <a:xfrm>
            <a:off x="5084377" y="2066313"/>
            <a:ext cx="34500" cy="456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13313726f_0_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Data processing workflow</a:t>
            </a:r>
            <a:endParaRPr/>
          </a:p>
        </p:txBody>
      </p:sp>
      <p:sp>
        <p:nvSpPr>
          <p:cNvPr id="192" name="Google Shape;192;g3a13313726f_0_66"/>
          <p:cNvSpPr/>
          <p:nvPr/>
        </p:nvSpPr>
        <p:spPr>
          <a:xfrm>
            <a:off x="209925" y="2160450"/>
            <a:ext cx="2380800" cy="2537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a13313726f_0_66"/>
          <p:cNvSpPr/>
          <p:nvPr/>
        </p:nvSpPr>
        <p:spPr>
          <a:xfrm>
            <a:off x="6381175" y="2593200"/>
            <a:ext cx="1706700" cy="16716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g3a13313726f_0_66"/>
          <p:cNvCxnSpPr/>
          <p:nvPr/>
        </p:nvCxnSpPr>
        <p:spPr>
          <a:xfrm rot="10800000" flipH="1">
            <a:off x="2590725" y="3421500"/>
            <a:ext cx="853200" cy="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5" name="Google Shape;195;g3a13313726f_0_66"/>
          <p:cNvSpPr/>
          <p:nvPr/>
        </p:nvSpPr>
        <p:spPr>
          <a:xfrm>
            <a:off x="3476450" y="2963394"/>
            <a:ext cx="2019000" cy="92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Random Forest 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g3a13313726f_0_66"/>
          <p:cNvCxnSpPr/>
          <p:nvPr/>
        </p:nvCxnSpPr>
        <p:spPr>
          <a:xfrm rot="10800000" flipH="1">
            <a:off x="5495450" y="3421500"/>
            <a:ext cx="853200" cy="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7" name="Google Shape;197;g3a13313726f_0_66"/>
          <p:cNvSpPr/>
          <p:nvPr/>
        </p:nvSpPr>
        <p:spPr>
          <a:xfrm>
            <a:off x="8973611" y="3123000"/>
            <a:ext cx="18417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Post-processing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a13313726f_0_66"/>
          <p:cNvSpPr/>
          <p:nvPr/>
        </p:nvSpPr>
        <p:spPr>
          <a:xfrm>
            <a:off x="8938836" y="4467985"/>
            <a:ext cx="18417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Segmentation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g3a13313726f_0_66"/>
          <p:cNvCxnSpPr/>
          <p:nvPr/>
        </p:nvCxnSpPr>
        <p:spPr>
          <a:xfrm rot="10800000" flipH="1">
            <a:off x="8087875" y="3421500"/>
            <a:ext cx="853200" cy="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0" name="Google Shape;200;g3a13313726f_0_66"/>
          <p:cNvSpPr/>
          <p:nvPr/>
        </p:nvSpPr>
        <p:spPr>
          <a:xfrm>
            <a:off x="8973611" y="5855212"/>
            <a:ext cx="18417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g3a13313726f_0_66"/>
          <p:cNvCxnSpPr/>
          <p:nvPr/>
        </p:nvCxnSpPr>
        <p:spPr>
          <a:xfrm>
            <a:off x="9858325" y="3796988"/>
            <a:ext cx="2700" cy="60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2" name="Google Shape;202;g3a13313726f_0_66"/>
          <p:cNvCxnSpPr/>
          <p:nvPr/>
        </p:nvCxnSpPr>
        <p:spPr>
          <a:xfrm>
            <a:off x="9858325" y="5174575"/>
            <a:ext cx="2700" cy="60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Methods – Feature extraction</a:t>
            </a:r>
            <a:endParaRPr/>
          </a:p>
        </p:txBody>
      </p:sp>
      <p:sp>
        <p:nvSpPr>
          <p:cNvPr id="209" name="Google Shape;20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4374850" y="1930800"/>
            <a:ext cx="1743000" cy="6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Radiomics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4"/>
          <p:cNvCxnSpPr/>
          <p:nvPr/>
        </p:nvCxnSpPr>
        <p:spPr>
          <a:xfrm>
            <a:off x="1250300" y="3406550"/>
            <a:ext cx="8557500" cy="2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2" name="Google Shape;212;p4"/>
          <p:cNvCxnSpPr/>
          <p:nvPr/>
        </p:nvCxnSpPr>
        <p:spPr>
          <a:xfrm>
            <a:off x="5245300" y="2583900"/>
            <a:ext cx="2100" cy="80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3" name="Google Shape;213;p4"/>
          <p:cNvCxnSpPr/>
          <p:nvPr/>
        </p:nvCxnSpPr>
        <p:spPr>
          <a:xfrm>
            <a:off x="1250300" y="3387900"/>
            <a:ext cx="2100" cy="80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4"/>
          <p:cNvCxnSpPr/>
          <p:nvPr/>
        </p:nvCxnSpPr>
        <p:spPr>
          <a:xfrm>
            <a:off x="4374850" y="3406550"/>
            <a:ext cx="2100" cy="80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5" name="Google Shape;215;p4"/>
          <p:cNvCxnSpPr/>
          <p:nvPr/>
        </p:nvCxnSpPr>
        <p:spPr>
          <a:xfrm>
            <a:off x="7536975" y="3429050"/>
            <a:ext cx="2100" cy="80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6" name="Google Shape;216;p4"/>
          <p:cNvCxnSpPr/>
          <p:nvPr/>
        </p:nvCxnSpPr>
        <p:spPr>
          <a:xfrm>
            <a:off x="9807800" y="3429050"/>
            <a:ext cx="2100" cy="80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7" name="Google Shape;217;p4"/>
          <p:cNvSpPr/>
          <p:nvPr/>
        </p:nvSpPr>
        <p:spPr>
          <a:xfrm>
            <a:off x="177350" y="4233050"/>
            <a:ext cx="2218500" cy="1786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First-order 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(intensity-based)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 distribution of voxel intensities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3334000" y="4233050"/>
            <a:ext cx="2218500" cy="1786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Shapes (2D/3D)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 volume, compactness, sphericity)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6391275" y="4265674"/>
            <a:ext cx="2218500" cy="1786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Texture (spatial patterns and heterogeneity)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 GLCM, GLRLM, GLSZM and NGTDM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9141650" y="4265688"/>
            <a:ext cx="2218500" cy="1753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High-order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 wavelet and Laplacian of Gaussian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13313726f_0_1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Methods – Feature selection</a:t>
            </a:r>
            <a:endParaRPr lang="en-US"/>
          </a:p>
        </p:txBody>
      </p:sp>
      <p:sp>
        <p:nvSpPr>
          <p:cNvPr id="227" name="Google Shape;227;g3a13313726f_0_1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GB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graphicFrame>
        <p:nvGraphicFramePr>
          <p:cNvPr id="230" name="Google Shape;228;g3a13313726f_0_134">
            <a:extLst>
              <a:ext uri="{FF2B5EF4-FFF2-40B4-BE49-F238E27FC236}">
                <a16:creationId xmlns:a16="http://schemas.microsoft.com/office/drawing/2014/main" id="{87FE222A-8DDE-D203-C47A-D1FA14DB78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501881"/>
              </p:ext>
            </p:extLst>
          </p:nvPr>
        </p:nvGraphicFramePr>
        <p:xfrm>
          <a:off x="838200" y="1881188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Later on</a:t>
            </a:r>
          </a:p>
        </p:txBody>
      </p:sp>
      <p:sp>
        <p:nvSpPr>
          <p:cNvPr id="235" name="Google Shape;2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GB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237" name="TextBox 1">
            <a:extLst>
              <a:ext uri="{FF2B5EF4-FFF2-40B4-BE49-F238E27FC236}">
                <a16:creationId xmlns:a16="http://schemas.microsoft.com/office/drawing/2014/main" id="{5912B960-FA32-835B-7793-053217CD68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0279648"/>
              </p:ext>
            </p:extLst>
          </p:nvPr>
        </p:nvGraphicFramePr>
        <p:xfrm>
          <a:off x="838200" y="1881188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pic>
        <p:nvPicPr>
          <p:cNvPr id="263" name="Google Shape;263;p1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12537" t="12235" r="10319" b="7133"/>
          <a:stretch/>
        </p:blipFill>
        <p:spPr>
          <a:xfrm>
            <a:off x="3581401" y="705722"/>
            <a:ext cx="4939003" cy="56506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B88E9D-723C-4693-6D4C-83610E5AAAF8}"/>
              </a:ext>
            </a:extLst>
          </p:cNvPr>
          <p:cNvSpPr txBox="1"/>
          <p:nvPr/>
        </p:nvSpPr>
        <p:spPr>
          <a:xfrm>
            <a:off x="228599" y="5271247"/>
            <a:ext cx="567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Thanks for listening!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13313726f_0_1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270" name="Google Shape;270;g3a13313726f_0_1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  <p:sp>
        <p:nvSpPr>
          <p:cNvPr id="271" name="Google Shape;271;g3a13313726f_0_168"/>
          <p:cNvSpPr txBox="1"/>
          <p:nvPr/>
        </p:nvSpPr>
        <p:spPr>
          <a:xfrm>
            <a:off x="980775" y="1819325"/>
            <a:ext cx="9807900" cy="46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-GB" sz="1550" b="0" i="0" u="none" strike="noStrike" cap="non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Zhang, W., Guo, Y. and Jin, Q., 2021. </a:t>
            </a:r>
            <a:r>
              <a:rPr lang="en-GB" sz="1550" b="0" i="1" u="none" strike="noStrike" cap="non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Radiomics and Its Feature Selection: A Review.</a:t>
            </a:r>
            <a:r>
              <a:rPr lang="en-GB" sz="1550" b="0" i="0" u="none" strike="noStrike" cap="non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Symmetry, 13(3), p.435. </a:t>
            </a:r>
            <a:r>
              <a:rPr lang="en-GB" sz="155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https://doi.org/10.3390/sym13030435</a:t>
            </a:r>
            <a:endParaRPr sz="1550" b="0" i="0" u="none" strike="noStrike" cap="none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endParaRPr sz="1650" b="0" i="0" u="none" strike="noStrike" cap="none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GB" sz="1250" b="0" i="0" u="none" strike="noStrike" cap="non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Pereira, S., Pinto, A., Oliveira, J., Mendrik, A.M., Correia, J.H. and Silva, C.A., 2016. </a:t>
            </a:r>
            <a:r>
              <a:rPr lang="en-GB" sz="1250" b="0" i="1" u="none" strike="noStrike" cap="non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Automatic brain tissue segmentation in MR images using Random Forests and Conditional Random Fields.</a:t>
            </a:r>
            <a:r>
              <a:rPr lang="en-GB" sz="1250" b="0" i="0" u="none" strike="noStrike" cap="non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Journal of Neuroscience Methods, 270, pp.111–123. </a:t>
            </a:r>
            <a:r>
              <a:rPr lang="en-GB" sz="125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https://doi.org/10.1016/j.jneumeth.2016.06.017</a:t>
            </a:r>
            <a:endParaRPr sz="1250" b="0" i="0" u="none" strike="noStrike" cap="none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endParaRPr sz="1450" b="0" i="0" u="none" strike="noStrike" cap="none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GB" sz="1250" b="0" i="0" u="none" strike="noStrike" cap="non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Peng, H., Long, F. and Ding, C., 2005. </a:t>
            </a:r>
            <a:r>
              <a:rPr lang="en-GB" sz="1250" b="0" i="1" u="none" strike="noStrike" cap="non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Feature selection based on mutual information: Criteria of max-dependency, max-relevance, and min-redundancy.</a:t>
            </a:r>
            <a:r>
              <a:rPr lang="en-GB" sz="1250" b="0" i="0" u="none" strike="noStrike" cap="non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IEEE Transactions on Pattern Analysis and Machine Intelligence, 27(8), pp.1226–1238. </a:t>
            </a:r>
            <a:r>
              <a:rPr lang="en-GB" sz="125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https://doi.org/10.1109/TPAMI.2005.159</a:t>
            </a:r>
            <a:endParaRPr sz="1250" b="0" i="0" u="none" strike="noStrike" cap="none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250" b="0" i="0" u="none" strike="noStrike" cap="none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-GB" sz="1450" b="0" i="0" u="none" strike="noStrike" cap="non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Hutter, J., Price, A.N. and Hajnal, J.V., 2017. </a:t>
            </a:r>
            <a:r>
              <a:rPr lang="en-GB" sz="1450" b="0" i="1" u="none" strike="noStrike" cap="non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Deep learning for brain MRI segmentation: State of the art and future directions.</a:t>
            </a:r>
            <a:r>
              <a:rPr lang="en-GB" sz="1450" b="0" i="0" u="none" strike="noStrike" cap="non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Journal of Magnetic Resonance Imaging, 47(2), pp.505–520. https://doi.org/10.1002/jmri.25734</a:t>
            </a:r>
            <a:endParaRPr sz="1450" b="0" i="0" u="none" strike="noStrike" cap="none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250" b="0" i="0" u="none" strike="noStrike" cap="none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endParaRPr sz="1650" b="0" i="0" u="none" strike="noStrike" cap="none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50" b="0" i="0" u="none" strike="noStrike" cap="none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815</Words>
  <Application>Microsoft Macintosh PowerPoint</Application>
  <PresentationFormat>Widescreen</PresentationFormat>
  <Paragraphs>147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Open Sans</vt:lpstr>
      <vt:lpstr>Office Theme</vt:lpstr>
      <vt:lpstr>MIA Lab Final Presentation:  Hypothesis 6</vt:lpstr>
      <vt:lpstr>Feature extraction and selection </vt:lpstr>
      <vt:lpstr>Outline</vt:lpstr>
      <vt:lpstr>Motivation</vt:lpstr>
      <vt:lpstr>Segmentation in Images</vt:lpstr>
      <vt:lpstr>Features in DL vs ML</vt:lpstr>
      <vt:lpstr>Adapted MIA Pipeline </vt:lpstr>
      <vt:lpstr>Data processing workflow</vt:lpstr>
      <vt:lpstr>Data processing workflow</vt:lpstr>
      <vt:lpstr>Methods – Feature extraction</vt:lpstr>
      <vt:lpstr>Methods – Feature selection</vt:lpstr>
      <vt:lpstr>Later 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Portmann, Rafaela Tamara (STUDENTS)</dc:creator>
  <cp:lastModifiedBy>Abdelrahman Faqieh</cp:lastModifiedBy>
  <cp:revision>6</cp:revision>
  <dcterms:created xsi:type="dcterms:W3CDTF">2022-11-10T12:20:49Z</dcterms:created>
  <dcterms:modified xsi:type="dcterms:W3CDTF">2025-11-11T21:06:30Z</dcterms:modified>
</cp:coreProperties>
</file>